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Alata" panose="020B0604020202020204" charset="0"/>
      <p:regular r:id="rId16"/>
    </p:embeddedFont>
    <p:embeddedFont>
      <p:font typeface="Anaheim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7156D03-3411-4BAF-A76E-725BD02E04D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8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469C1-455A-78E6-A4FD-DFB3E5D5D170}" v="109" dt="2026-03-10T23:38:50.107"/>
    <p1510:client id="{2F9EAA6F-4F70-6AA5-B0C2-8641754E46A7}" v="5" dt="2026-03-10T23:00:45.148"/>
    <p1510:client id="{6B5C8D28-B02F-122F-2746-3F643A9BE0C8}" v="84" dt="2026-03-12T17:45:03.176"/>
    <p1510:client id="{7D10386A-25E3-5CEB-6063-DF383F9514B3}" v="34" dt="2026-03-10T22:56:54.742"/>
    <p1510:client id="{CAF49CE0-394A-6FA4-DC8F-4301928355CF}" v="746" dt="2026-03-11T05:09:50.626"/>
    <p1510:client id="{FBEA33B9-61F3-B72D-62F5-43DC77D5DA4C}" v="142" dt="2026-03-10T22:50:15.668"/>
  </p1510:revLst>
</p1510:revInfo>
</file>

<file path=ppt/tableStyles.xml><?xml version="1.0" encoding="utf-8"?>
<a:tblStyleLst xmlns:a="http://schemas.openxmlformats.org/drawingml/2006/main" def="{DE690E4D-D9DB-4E31-AC72-716D5ECEA7AC}">
  <a:tblStyle styleId="{DE690E4D-D9DB-4E31-AC72-716D5ECEA7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D6ED1E-BC97-4D50-ACDA-16308D62D90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>
          <a:extLst>
            <a:ext uri="{FF2B5EF4-FFF2-40B4-BE49-F238E27FC236}">
              <a16:creationId xmlns:a16="http://schemas.microsoft.com/office/drawing/2014/main" id="{85BE590F-9E54-225B-8D68-A208972E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54dda1946d_6_344:notes">
            <a:extLst>
              <a:ext uri="{FF2B5EF4-FFF2-40B4-BE49-F238E27FC236}">
                <a16:creationId xmlns:a16="http://schemas.microsoft.com/office/drawing/2014/main" id="{99D2C9E4-EDFF-555C-5C6A-73D926517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54dda1946d_6_344:notes">
            <a:extLst>
              <a:ext uri="{FF2B5EF4-FFF2-40B4-BE49-F238E27FC236}">
                <a16:creationId xmlns:a16="http://schemas.microsoft.com/office/drawing/2014/main" id="{1605BADF-B74F-7A20-61B5-C0AA7E43A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945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96950" y="1660875"/>
            <a:ext cx="63501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675" y="33116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293375" y="3639954"/>
            <a:ext cx="985544" cy="103143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5400000">
            <a:off x="8262088" y="2557675"/>
            <a:ext cx="637125" cy="544800"/>
            <a:chOff x="313225" y="3635825"/>
            <a:chExt cx="637125" cy="544800"/>
          </a:xfrm>
        </p:grpSpPr>
        <p:sp>
          <p:nvSpPr>
            <p:cNvPr id="13" name="Google Shape;13;p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237025" y="3679105"/>
            <a:ext cx="637125" cy="544800"/>
            <a:chOff x="313225" y="3635825"/>
            <a:chExt cx="637125" cy="544800"/>
          </a:xfrm>
        </p:grpSpPr>
        <p:sp>
          <p:nvSpPr>
            <p:cNvPr id="26" name="Google Shape;26;p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"/>
          <p:cNvSpPr/>
          <p:nvPr/>
        </p:nvSpPr>
        <p:spPr>
          <a:xfrm>
            <a:off x="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 rot="-5400000" flipH="1">
            <a:off x="6473843" y="15680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 rot="-5400000">
            <a:off x="7539041" y="3539394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 rot="8100000" flipH="1">
            <a:off x="-479177" y="197399"/>
            <a:ext cx="985548" cy="1031440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rgbClr val="017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71575" y="73748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>
            <a:off x="-600900" y="2079913"/>
            <a:ext cx="1399975" cy="635600"/>
            <a:chOff x="3996175" y="2416275"/>
            <a:chExt cx="1399975" cy="635600"/>
          </a:xfrm>
        </p:grpSpPr>
        <p:sp>
          <p:nvSpPr>
            <p:cNvPr id="44" name="Google Shape;44;p2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797953" y="218794"/>
            <a:ext cx="1936621" cy="874474"/>
            <a:chOff x="1168100" y="572050"/>
            <a:chExt cx="3546925" cy="1601600"/>
          </a:xfrm>
        </p:grpSpPr>
        <p:sp>
          <p:nvSpPr>
            <p:cNvPr id="51" name="Google Shape;51;p2"/>
            <p:cNvSpPr/>
            <p:nvPr/>
          </p:nvSpPr>
          <p:spPr>
            <a:xfrm>
              <a:off x="3452175" y="1488400"/>
              <a:ext cx="168475" cy="203475"/>
            </a:xfrm>
            <a:custGeom>
              <a:avLst/>
              <a:gdLst/>
              <a:ahLst/>
              <a:cxnLst/>
              <a:rect l="l" t="t" r="r" b="b"/>
              <a:pathLst>
                <a:path w="6739" h="8139" extrusionOk="0">
                  <a:moveTo>
                    <a:pt x="5431" y="1"/>
                  </a:moveTo>
                  <a:lnTo>
                    <a:pt x="0" y="3034"/>
                  </a:lnTo>
                  <a:cubicBezTo>
                    <a:pt x="1998" y="5087"/>
                    <a:pt x="4269" y="6885"/>
                    <a:pt x="6739" y="8138"/>
                  </a:cubicBezTo>
                  <a:cubicBezTo>
                    <a:pt x="5921" y="6031"/>
                    <a:pt x="5576" y="3634"/>
                    <a:pt x="5467" y="1363"/>
                  </a:cubicBezTo>
                  <a:cubicBezTo>
                    <a:pt x="5449" y="891"/>
                    <a:pt x="5431" y="437"/>
                    <a:pt x="5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303400" y="1378525"/>
              <a:ext cx="2986125" cy="395075"/>
            </a:xfrm>
            <a:custGeom>
              <a:avLst/>
              <a:gdLst/>
              <a:ahLst/>
              <a:cxnLst/>
              <a:rect l="l" t="t" r="r" b="b"/>
              <a:pathLst>
                <a:path w="119445" h="15803" extrusionOk="0">
                  <a:moveTo>
                    <a:pt x="102262" y="273"/>
                  </a:moveTo>
                  <a:cubicBezTo>
                    <a:pt x="84698" y="1072"/>
                    <a:pt x="65735" y="8464"/>
                    <a:pt x="65735" y="8464"/>
                  </a:cubicBezTo>
                  <a:cubicBezTo>
                    <a:pt x="62829" y="8592"/>
                    <a:pt x="59777" y="6430"/>
                    <a:pt x="56671" y="6575"/>
                  </a:cubicBezTo>
                  <a:cubicBezTo>
                    <a:pt x="50369" y="7266"/>
                    <a:pt x="44102" y="8101"/>
                    <a:pt x="37890" y="8392"/>
                  </a:cubicBezTo>
                  <a:cubicBezTo>
                    <a:pt x="20762" y="9173"/>
                    <a:pt x="12189" y="2252"/>
                    <a:pt x="5541" y="2561"/>
                  </a:cubicBezTo>
                  <a:cubicBezTo>
                    <a:pt x="3797" y="2652"/>
                    <a:pt x="2090" y="3106"/>
                    <a:pt x="382" y="3524"/>
                  </a:cubicBezTo>
                  <a:cubicBezTo>
                    <a:pt x="1581" y="4305"/>
                    <a:pt x="2834" y="4977"/>
                    <a:pt x="4088" y="5558"/>
                  </a:cubicBezTo>
                  <a:cubicBezTo>
                    <a:pt x="2689" y="6267"/>
                    <a:pt x="1272" y="6957"/>
                    <a:pt x="128" y="8010"/>
                  </a:cubicBezTo>
                  <a:cubicBezTo>
                    <a:pt x="1" y="8137"/>
                    <a:pt x="37" y="8374"/>
                    <a:pt x="201" y="8446"/>
                  </a:cubicBezTo>
                  <a:cubicBezTo>
                    <a:pt x="14841" y="14767"/>
                    <a:pt x="38417" y="15803"/>
                    <a:pt x="53402" y="15112"/>
                  </a:cubicBezTo>
                  <a:cubicBezTo>
                    <a:pt x="62665" y="14676"/>
                    <a:pt x="74599" y="13205"/>
                    <a:pt x="74726" y="13169"/>
                  </a:cubicBezTo>
                  <a:cubicBezTo>
                    <a:pt x="86441" y="10281"/>
                    <a:pt x="103043" y="5576"/>
                    <a:pt x="119445" y="3197"/>
                  </a:cubicBezTo>
                  <a:cubicBezTo>
                    <a:pt x="119390" y="2616"/>
                    <a:pt x="119336" y="2016"/>
                    <a:pt x="119281" y="1417"/>
                  </a:cubicBezTo>
                  <a:cubicBezTo>
                    <a:pt x="113723" y="327"/>
                    <a:pt x="108002" y="0"/>
                    <a:pt x="102262" y="2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68100" y="572050"/>
              <a:ext cx="3546925" cy="1601600"/>
            </a:xfrm>
            <a:custGeom>
              <a:avLst/>
              <a:gdLst/>
              <a:ahLst/>
              <a:cxnLst/>
              <a:rect l="l" t="t" r="r" b="b"/>
              <a:pathLst>
                <a:path w="141877" h="64064" extrusionOk="0">
                  <a:moveTo>
                    <a:pt x="141876" y="10554"/>
                  </a:moveTo>
                  <a:cubicBezTo>
                    <a:pt x="135864" y="17274"/>
                    <a:pt x="129016" y="23014"/>
                    <a:pt x="122695" y="29444"/>
                  </a:cubicBezTo>
                  <a:cubicBezTo>
                    <a:pt x="118118" y="28935"/>
                    <a:pt x="113886" y="28172"/>
                    <a:pt x="109872" y="27264"/>
                  </a:cubicBezTo>
                  <a:cubicBezTo>
                    <a:pt x="109963" y="25938"/>
                    <a:pt x="110144" y="24649"/>
                    <a:pt x="110526" y="23395"/>
                  </a:cubicBezTo>
                  <a:cubicBezTo>
                    <a:pt x="108709" y="24013"/>
                    <a:pt x="106966" y="24921"/>
                    <a:pt x="105458" y="26193"/>
                  </a:cubicBezTo>
                  <a:cubicBezTo>
                    <a:pt x="94215" y="23286"/>
                    <a:pt x="84334" y="19472"/>
                    <a:pt x="72691" y="17311"/>
                  </a:cubicBezTo>
                  <a:cubicBezTo>
                    <a:pt x="71819" y="15095"/>
                    <a:pt x="71310" y="12733"/>
                    <a:pt x="71201" y="10318"/>
                  </a:cubicBezTo>
                  <a:cubicBezTo>
                    <a:pt x="70983" y="5359"/>
                    <a:pt x="72673" y="1199"/>
                    <a:pt x="72673" y="1199"/>
                  </a:cubicBezTo>
                  <a:cubicBezTo>
                    <a:pt x="72618" y="219"/>
                    <a:pt x="71456" y="1"/>
                    <a:pt x="70856" y="37"/>
                  </a:cubicBezTo>
                  <a:cubicBezTo>
                    <a:pt x="66315" y="237"/>
                    <a:pt x="61393" y="11589"/>
                    <a:pt x="53183" y="15658"/>
                  </a:cubicBezTo>
                  <a:cubicBezTo>
                    <a:pt x="52039" y="15676"/>
                    <a:pt x="50876" y="15712"/>
                    <a:pt x="49696" y="15767"/>
                  </a:cubicBezTo>
                  <a:cubicBezTo>
                    <a:pt x="32713" y="16530"/>
                    <a:pt x="15802" y="21343"/>
                    <a:pt x="690" y="29371"/>
                  </a:cubicBezTo>
                  <a:cubicBezTo>
                    <a:pt x="145" y="29662"/>
                    <a:pt x="0" y="30443"/>
                    <a:pt x="400" y="30951"/>
                  </a:cubicBezTo>
                  <a:cubicBezTo>
                    <a:pt x="1907" y="32859"/>
                    <a:pt x="3778" y="34475"/>
                    <a:pt x="5776" y="35783"/>
                  </a:cubicBezTo>
                  <a:cubicBezTo>
                    <a:pt x="7502" y="35365"/>
                    <a:pt x="9209" y="34893"/>
                    <a:pt x="10935" y="34820"/>
                  </a:cubicBezTo>
                  <a:cubicBezTo>
                    <a:pt x="17274" y="34530"/>
                    <a:pt x="25356" y="40778"/>
                    <a:pt x="40923" y="40705"/>
                  </a:cubicBezTo>
                  <a:cubicBezTo>
                    <a:pt x="46917" y="50350"/>
                    <a:pt x="54872" y="58560"/>
                    <a:pt x="63845" y="64064"/>
                  </a:cubicBezTo>
                  <a:cubicBezTo>
                    <a:pt x="60521" y="56253"/>
                    <a:pt x="56889" y="48279"/>
                    <a:pt x="55999" y="39525"/>
                  </a:cubicBezTo>
                  <a:cubicBezTo>
                    <a:pt x="58015" y="39289"/>
                    <a:pt x="60049" y="39052"/>
                    <a:pt x="62083" y="38834"/>
                  </a:cubicBezTo>
                  <a:cubicBezTo>
                    <a:pt x="65189" y="38689"/>
                    <a:pt x="68223" y="40851"/>
                    <a:pt x="71147" y="40723"/>
                  </a:cubicBezTo>
                  <a:cubicBezTo>
                    <a:pt x="71147" y="40723"/>
                    <a:pt x="90110" y="33331"/>
                    <a:pt x="107656" y="32532"/>
                  </a:cubicBezTo>
                  <a:cubicBezTo>
                    <a:pt x="108146" y="32495"/>
                    <a:pt x="108655" y="32495"/>
                    <a:pt x="109145" y="32477"/>
                  </a:cubicBezTo>
                  <a:lnTo>
                    <a:pt x="109581" y="32750"/>
                  </a:lnTo>
                  <a:cubicBezTo>
                    <a:pt x="109581" y="32659"/>
                    <a:pt x="109599" y="32550"/>
                    <a:pt x="109599" y="32459"/>
                  </a:cubicBezTo>
                  <a:cubicBezTo>
                    <a:pt x="113341" y="32386"/>
                    <a:pt x="117065" y="32550"/>
                    <a:pt x="120734" y="33040"/>
                  </a:cubicBezTo>
                  <a:lnTo>
                    <a:pt x="120570" y="33531"/>
                  </a:lnTo>
                  <a:cubicBezTo>
                    <a:pt x="124203" y="45482"/>
                    <a:pt x="132104" y="51785"/>
                    <a:pt x="135337" y="53674"/>
                  </a:cubicBezTo>
                  <a:cubicBezTo>
                    <a:pt x="134229" y="49460"/>
                    <a:pt x="133285" y="45137"/>
                    <a:pt x="133103" y="40814"/>
                  </a:cubicBezTo>
                  <a:cubicBezTo>
                    <a:pt x="132449" y="26756"/>
                    <a:pt x="140786" y="21543"/>
                    <a:pt x="141876" y="10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25400" y="1181450"/>
              <a:ext cx="33650" cy="323775"/>
            </a:xfrm>
            <a:custGeom>
              <a:avLst/>
              <a:gdLst/>
              <a:ahLst/>
              <a:cxnLst/>
              <a:rect l="l" t="t" r="r" b="b"/>
              <a:pathLst>
                <a:path w="1346" h="12951" extrusionOk="0">
                  <a:moveTo>
                    <a:pt x="528" y="0"/>
                  </a:moveTo>
                  <a:lnTo>
                    <a:pt x="528" y="37"/>
                  </a:lnTo>
                  <a:cubicBezTo>
                    <a:pt x="528" y="37"/>
                    <a:pt x="455" y="3161"/>
                    <a:pt x="528" y="4686"/>
                  </a:cubicBezTo>
                  <a:cubicBezTo>
                    <a:pt x="637" y="7338"/>
                    <a:pt x="946" y="10444"/>
                    <a:pt x="1345" y="12951"/>
                  </a:cubicBezTo>
                  <a:cubicBezTo>
                    <a:pt x="673" y="10608"/>
                    <a:pt x="201" y="8083"/>
                    <a:pt x="92" y="5576"/>
                  </a:cubicBezTo>
                  <a:cubicBezTo>
                    <a:pt x="1" y="3669"/>
                    <a:pt x="128" y="1780"/>
                    <a:pt x="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66275" y="1194600"/>
              <a:ext cx="33625" cy="324250"/>
            </a:xfrm>
            <a:custGeom>
              <a:avLst/>
              <a:gdLst/>
              <a:ahLst/>
              <a:cxnLst/>
              <a:rect l="l" t="t" r="r" b="b"/>
              <a:pathLst>
                <a:path w="1345" h="12970" extrusionOk="0">
                  <a:moveTo>
                    <a:pt x="509" y="19"/>
                  </a:moveTo>
                  <a:lnTo>
                    <a:pt x="509" y="37"/>
                  </a:lnTo>
                  <a:cubicBezTo>
                    <a:pt x="509" y="37"/>
                    <a:pt x="437" y="3161"/>
                    <a:pt x="509" y="4687"/>
                  </a:cubicBezTo>
                  <a:cubicBezTo>
                    <a:pt x="636" y="7339"/>
                    <a:pt x="945" y="10445"/>
                    <a:pt x="1345" y="12970"/>
                  </a:cubicBezTo>
                  <a:cubicBezTo>
                    <a:pt x="673" y="10627"/>
                    <a:pt x="201" y="8084"/>
                    <a:pt x="73" y="5577"/>
                  </a:cubicBezTo>
                  <a:cubicBezTo>
                    <a:pt x="1" y="3670"/>
                    <a:pt x="110" y="1781"/>
                    <a:pt x="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106250" y="1193250"/>
              <a:ext cx="33625" cy="323800"/>
            </a:xfrm>
            <a:custGeom>
              <a:avLst/>
              <a:gdLst/>
              <a:ahLst/>
              <a:cxnLst/>
              <a:rect l="l" t="t" r="r" b="b"/>
              <a:pathLst>
                <a:path w="1345" h="12952" extrusionOk="0">
                  <a:moveTo>
                    <a:pt x="509" y="0"/>
                  </a:moveTo>
                  <a:lnTo>
                    <a:pt x="509" y="19"/>
                  </a:lnTo>
                  <a:cubicBezTo>
                    <a:pt x="509" y="19"/>
                    <a:pt x="436" y="3143"/>
                    <a:pt x="509" y="4669"/>
                  </a:cubicBezTo>
                  <a:cubicBezTo>
                    <a:pt x="636" y="7320"/>
                    <a:pt x="945" y="10426"/>
                    <a:pt x="1344" y="12951"/>
                  </a:cubicBezTo>
                  <a:cubicBezTo>
                    <a:pt x="672" y="10608"/>
                    <a:pt x="200" y="8065"/>
                    <a:pt x="73" y="5559"/>
                  </a:cubicBezTo>
                  <a:cubicBezTo>
                    <a:pt x="0" y="3651"/>
                    <a:pt x="109" y="1762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146200" y="1201425"/>
              <a:ext cx="33625" cy="323800"/>
            </a:xfrm>
            <a:custGeom>
              <a:avLst/>
              <a:gdLst/>
              <a:ahLst/>
              <a:cxnLst/>
              <a:rect l="l" t="t" r="r" b="b"/>
              <a:pathLst>
                <a:path w="1345" h="12952" extrusionOk="0">
                  <a:moveTo>
                    <a:pt x="527" y="0"/>
                  </a:moveTo>
                  <a:lnTo>
                    <a:pt x="527" y="37"/>
                  </a:lnTo>
                  <a:cubicBezTo>
                    <a:pt x="527" y="37"/>
                    <a:pt x="455" y="3143"/>
                    <a:pt x="527" y="4687"/>
                  </a:cubicBezTo>
                  <a:cubicBezTo>
                    <a:pt x="636" y="7320"/>
                    <a:pt x="945" y="10444"/>
                    <a:pt x="1345" y="12951"/>
                  </a:cubicBezTo>
                  <a:cubicBezTo>
                    <a:pt x="673" y="10608"/>
                    <a:pt x="200" y="8083"/>
                    <a:pt x="91" y="5577"/>
                  </a:cubicBezTo>
                  <a:cubicBezTo>
                    <a:pt x="1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92975" y="1205975"/>
              <a:ext cx="33625" cy="323775"/>
            </a:xfrm>
            <a:custGeom>
              <a:avLst/>
              <a:gdLst/>
              <a:ahLst/>
              <a:cxnLst/>
              <a:rect l="l" t="t" r="r" b="b"/>
              <a:pathLst>
                <a:path w="1345" h="12951" extrusionOk="0">
                  <a:moveTo>
                    <a:pt x="527" y="0"/>
                  </a:moveTo>
                  <a:lnTo>
                    <a:pt x="527" y="36"/>
                  </a:lnTo>
                  <a:cubicBezTo>
                    <a:pt x="527" y="36"/>
                    <a:pt x="454" y="3161"/>
                    <a:pt x="527" y="4686"/>
                  </a:cubicBezTo>
                  <a:cubicBezTo>
                    <a:pt x="636" y="7338"/>
                    <a:pt x="945" y="10444"/>
                    <a:pt x="1344" y="12951"/>
                  </a:cubicBezTo>
                  <a:cubicBezTo>
                    <a:pt x="672" y="10608"/>
                    <a:pt x="200" y="8083"/>
                    <a:pt x="91" y="5576"/>
                  </a:cubicBezTo>
                  <a:cubicBezTo>
                    <a:pt x="0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480675" y="1263600"/>
              <a:ext cx="46625" cy="45025"/>
            </a:xfrm>
            <a:custGeom>
              <a:avLst/>
              <a:gdLst/>
              <a:ahLst/>
              <a:cxnLst/>
              <a:rect l="l" t="t" r="r" b="b"/>
              <a:pathLst>
                <a:path w="1865" h="1801" extrusionOk="0">
                  <a:moveTo>
                    <a:pt x="928" y="0"/>
                  </a:moveTo>
                  <a:cubicBezTo>
                    <a:pt x="751" y="0"/>
                    <a:pt x="575" y="71"/>
                    <a:pt x="430" y="238"/>
                  </a:cubicBezTo>
                  <a:cubicBezTo>
                    <a:pt x="430" y="256"/>
                    <a:pt x="411" y="274"/>
                    <a:pt x="393" y="274"/>
                  </a:cubicBezTo>
                  <a:cubicBezTo>
                    <a:pt x="1" y="792"/>
                    <a:pt x="187" y="1801"/>
                    <a:pt x="883" y="1801"/>
                  </a:cubicBezTo>
                  <a:cubicBezTo>
                    <a:pt x="895" y="1801"/>
                    <a:pt x="908" y="1801"/>
                    <a:pt x="920" y="1800"/>
                  </a:cubicBezTo>
                  <a:cubicBezTo>
                    <a:pt x="1174" y="1800"/>
                    <a:pt x="1865" y="1564"/>
                    <a:pt x="1828" y="946"/>
                  </a:cubicBezTo>
                  <a:cubicBezTo>
                    <a:pt x="1815" y="441"/>
                    <a:pt x="136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2"/>
          <p:cNvGrpSpPr/>
          <p:nvPr/>
        </p:nvGrpSpPr>
        <p:grpSpPr>
          <a:xfrm flipH="1">
            <a:off x="7806850" y="945888"/>
            <a:ext cx="1399975" cy="635600"/>
            <a:chOff x="3996175" y="2416275"/>
            <a:chExt cx="1399975" cy="635600"/>
          </a:xfrm>
        </p:grpSpPr>
        <p:sp>
          <p:nvSpPr>
            <p:cNvPr id="61" name="Google Shape;61;p2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3470575" y="24778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1067500" y="2185800"/>
            <a:ext cx="432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title" idx="2" hasCustomPrompt="1"/>
          </p:nvPr>
        </p:nvSpPr>
        <p:spPr>
          <a:xfrm>
            <a:off x="1067501" y="1074825"/>
            <a:ext cx="1327800" cy="11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1067500" y="3014725"/>
            <a:ext cx="24636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3"/>
          <p:cNvGrpSpPr/>
          <p:nvPr/>
        </p:nvGrpSpPr>
        <p:grpSpPr>
          <a:xfrm>
            <a:off x="76088" y="3332222"/>
            <a:ext cx="637125" cy="544800"/>
            <a:chOff x="313225" y="3635825"/>
            <a:chExt cx="637125" cy="544800"/>
          </a:xfrm>
        </p:grpSpPr>
        <p:sp>
          <p:nvSpPr>
            <p:cNvPr id="73" name="Google Shape;73;p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3"/>
          <p:cNvSpPr/>
          <p:nvPr/>
        </p:nvSpPr>
        <p:spPr>
          <a:xfrm rot="-6098018">
            <a:off x="7541901" y="23757"/>
            <a:ext cx="985588" cy="1031482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3"/>
          <p:cNvGrpSpPr/>
          <p:nvPr/>
        </p:nvGrpSpPr>
        <p:grpSpPr>
          <a:xfrm>
            <a:off x="1094165" y="4395490"/>
            <a:ext cx="1399975" cy="635600"/>
            <a:chOff x="3996175" y="2416275"/>
            <a:chExt cx="1399975" cy="635600"/>
          </a:xfrm>
        </p:grpSpPr>
        <p:sp>
          <p:nvSpPr>
            <p:cNvPr id="87" name="Google Shape;87;p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 rot="-5400000" flipH="1">
            <a:off x="6459189" y="15680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flipH="1">
            <a:off x="7937475" y="3814826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7" y="342519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3"/>
          <p:cNvGrpSpPr/>
          <p:nvPr/>
        </p:nvGrpSpPr>
        <p:grpSpPr>
          <a:xfrm flipH="1">
            <a:off x="4526663" y="-251362"/>
            <a:ext cx="1399975" cy="635600"/>
            <a:chOff x="3996175" y="2416275"/>
            <a:chExt cx="1399975" cy="635600"/>
          </a:xfrm>
        </p:grpSpPr>
        <p:sp>
          <p:nvSpPr>
            <p:cNvPr id="97" name="Google Shape;97;p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>
            <a:off x="5456363" y="4819822"/>
            <a:ext cx="637125" cy="544800"/>
            <a:chOff x="313225" y="3635825"/>
            <a:chExt cx="637125" cy="544800"/>
          </a:xfrm>
        </p:grpSpPr>
        <p:sp>
          <p:nvSpPr>
            <p:cNvPr id="104" name="Google Shape;104;p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545700" y="2442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-1343025" y="263928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704000" cy="3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4"/>
          <p:cNvSpPr/>
          <p:nvPr/>
        </p:nvSpPr>
        <p:spPr>
          <a:xfrm flipH="1">
            <a:off x="6164112" y="48368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-2688" y="425227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 rot="-5400000">
            <a:off x="7539037" y="353854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-357862" y="2331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7578238" y="-152362"/>
            <a:ext cx="1399975" cy="635600"/>
            <a:chOff x="3996175" y="2416275"/>
            <a:chExt cx="1399975" cy="635600"/>
          </a:xfrm>
        </p:grpSpPr>
        <p:sp>
          <p:nvSpPr>
            <p:cNvPr id="126" name="Google Shape;126;p4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4"/>
          <p:cNvSpPr/>
          <p:nvPr/>
        </p:nvSpPr>
        <p:spPr>
          <a:xfrm rot="-2700000">
            <a:off x="8115441" y="2587482"/>
            <a:ext cx="985548" cy="1031440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ubTitle" idx="1"/>
          </p:nvPr>
        </p:nvSpPr>
        <p:spPr>
          <a:xfrm>
            <a:off x="5222575" y="2599824"/>
            <a:ext cx="2717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ubTitle" idx="2"/>
          </p:nvPr>
        </p:nvSpPr>
        <p:spPr>
          <a:xfrm>
            <a:off x="1203722" y="2599824"/>
            <a:ext cx="2717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ubTitle" idx="3"/>
          </p:nvPr>
        </p:nvSpPr>
        <p:spPr>
          <a:xfrm>
            <a:off x="1203722" y="2112200"/>
            <a:ext cx="2717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4"/>
          </p:nvPr>
        </p:nvSpPr>
        <p:spPr>
          <a:xfrm>
            <a:off x="5222578" y="2112200"/>
            <a:ext cx="2717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139" name="Google Shape;139;p5"/>
          <p:cNvSpPr/>
          <p:nvPr/>
        </p:nvSpPr>
        <p:spPr>
          <a:xfrm rot="-10561782">
            <a:off x="8238038" y="-525022"/>
            <a:ext cx="985725" cy="103162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 rot="-5400000" flipH="1">
            <a:off x="6968485" y="14294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 flipH="1">
            <a:off x="117147" y="442791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 rot="-1388395">
            <a:off x="7770961" y="4280857"/>
            <a:ext cx="637161" cy="544831"/>
            <a:chOff x="313225" y="3635825"/>
            <a:chExt cx="637125" cy="544800"/>
          </a:xfrm>
        </p:grpSpPr>
        <p:sp>
          <p:nvSpPr>
            <p:cNvPr id="143" name="Google Shape;143;p5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5"/>
          <p:cNvSpPr/>
          <p:nvPr/>
        </p:nvSpPr>
        <p:spPr>
          <a:xfrm rot="-252871">
            <a:off x="-308997" y="3086923"/>
            <a:ext cx="985661" cy="103155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 flipH="1">
            <a:off x="8025975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-8885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"/>
          <p:cNvSpPr/>
          <p:nvPr/>
        </p:nvSpPr>
        <p:spPr>
          <a:xfrm flipH="1">
            <a:off x="8600325" y="306013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-808825" y="1647612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 flipH="1">
            <a:off x="1319275" y="4320775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6"/>
          <p:cNvGrpSpPr/>
          <p:nvPr/>
        </p:nvGrpSpPr>
        <p:grpSpPr>
          <a:xfrm rot="-1273357">
            <a:off x="8658454" y="1803190"/>
            <a:ext cx="637138" cy="544811"/>
            <a:chOff x="313225" y="3635825"/>
            <a:chExt cx="637125" cy="544800"/>
          </a:xfrm>
        </p:grpSpPr>
        <p:sp>
          <p:nvSpPr>
            <p:cNvPr id="163" name="Google Shape;163;p6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6"/>
          <p:cNvSpPr/>
          <p:nvPr/>
        </p:nvSpPr>
        <p:spPr>
          <a:xfrm rot="-5400000">
            <a:off x="6949189" y="153791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7" name="Google Shape;177;p6"/>
          <p:cNvGrpSpPr/>
          <p:nvPr/>
        </p:nvGrpSpPr>
        <p:grpSpPr>
          <a:xfrm rot="4496121">
            <a:off x="-160812" y="2703271"/>
            <a:ext cx="637103" cy="544781"/>
            <a:chOff x="313225" y="3635825"/>
            <a:chExt cx="637125" cy="544800"/>
          </a:xfrm>
        </p:grpSpPr>
        <p:sp>
          <p:nvSpPr>
            <p:cNvPr id="178" name="Google Shape;178;p6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6"/>
          <p:cNvSpPr/>
          <p:nvPr/>
        </p:nvSpPr>
        <p:spPr>
          <a:xfrm flipH="1">
            <a:off x="7701959" y="3835959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/>
          <p:nvPr/>
        </p:nvSpPr>
        <p:spPr>
          <a:xfrm rot="5400000" flipH="1">
            <a:off x="-429062" y="3565853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6"/>
          <p:cNvGrpSpPr/>
          <p:nvPr/>
        </p:nvGrpSpPr>
        <p:grpSpPr>
          <a:xfrm>
            <a:off x="338375" y="4699838"/>
            <a:ext cx="1399975" cy="635600"/>
            <a:chOff x="3996175" y="2416275"/>
            <a:chExt cx="1399975" cy="635600"/>
          </a:xfrm>
        </p:grpSpPr>
        <p:sp>
          <p:nvSpPr>
            <p:cNvPr id="193" name="Google Shape;193;p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6"/>
          <p:cNvSpPr/>
          <p:nvPr/>
        </p:nvSpPr>
        <p:spPr>
          <a:xfrm>
            <a:off x="-56000" y="1601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5114100" y="48565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368914" flipH="1">
            <a:off x="2801585" y="4653808"/>
            <a:ext cx="985571" cy="1031464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 rot="-8460681" flipH="1">
            <a:off x="8302560" y="-573213"/>
            <a:ext cx="985562" cy="1031455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0" y="3662300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subTitle" idx="1"/>
          </p:nvPr>
        </p:nvSpPr>
        <p:spPr>
          <a:xfrm>
            <a:off x="720000" y="16943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7" name="Google Shape;207;p7"/>
          <p:cNvSpPr/>
          <p:nvPr/>
        </p:nvSpPr>
        <p:spPr>
          <a:xfrm rot="-252871">
            <a:off x="-398847" y="1119623"/>
            <a:ext cx="985661" cy="103155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7"/>
          <p:cNvGrpSpPr/>
          <p:nvPr/>
        </p:nvGrpSpPr>
        <p:grpSpPr>
          <a:xfrm rot="-1050326">
            <a:off x="8333382" y="3630678"/>
            <a:ext cx="637133" cy="544807"/>
            <a:chOff x="313225" y="3635825"/>
            <a:chExt cx="637125" cy="544800"/>
          </a:xfrm>
        </p:grpSpPr>
        <p:sp>
          <p:nvSpPr>
            <p:cNvPr id="209" name="Google Shape;209;p7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" name="Google Shape;221;p7"/>
          <p:cNvSpPr/>
          <p:nvPr/>
        </p:nvSpPr>
        <p:spPr>
          <a:xfrm rot="-5400000">
            <a:off x="7962366" y="3539394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 rot="5400000" flipH="1">
            <a:off x="-2137628" y="26904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 rot="5400000">
            <a:off x="-777613" y="-216427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 flipH="1">
            <a:off x="-770975" y="49020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"/>
          <p:cNvSpPr/>
          <p:nvPr/>
        </p:nvSpPr>
        <p:spPr>
          <a:xfrm rot="-6098018">
            <a:off x="8377926" y="2020682"/>
            <a:ext cx="985588" cy="1031482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8561938" y="638163"/>
            <a:ext cx="1399975" cy="635600"/>
            <a:chOff x="3996175" y="2416275"/>
            <a:chExt cx="1399975" cy="635600"/>
          </a:xfrm>
        </p:grpSpPr>
        <p:sp>
          <p:nvSpPr>
            <p:cNvPr id="227" name="Google Shape;227;p7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7"/>
          <p:cNvSpPr/>
          <p:nvPr/>
        </p:nvSpPr>
        <p:spPr>
          <a:xfrm>
            <a:off x="7917400" y="2580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580925" y="4570700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>
            <a:spLocks noGrp="1"/>
          </p:cNvSpPr>
          <p:nvPr>
            <p:ph type="title"/>
          </p:nvPr>
        </p:nvSpPr>
        <p:spPr>
          <a:xfrm>
            <a:off x="1969250" y="1744800"/>
            <a:ext cx="5205300" cy="16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37" name="Google Shape;237;p8"/>
          <p:cNvGrpSpPr/>
          <p:nvPr/>
        </p:nvGrpSpPr>
        <p:grpSpPr>
          <a:xfrm rot="4394029">
            <a:off x="129204" y="76260"/>
            <a:ext cx="637198" cy="544863"/>
            <a:chOff x="313225" y="3635825"/>
            <a:chExt cx="637125" cy="544800"/>
          </a:xfrm>
        </p:grpSpPr>
        <p:sp>
          <p:nvSpPr>
            <p:cNvPr id="238" name="Google Shape;238;p8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" name="Google Shape;250;p8"/>
          <p:cNvSpPr/>
          <p:nvPr/>
        </p:nvSpPr>
        <p:spPr>
          <a:xfrm rot="5400000">
            <a:off x="-2366228" y="14484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 rot="-3182347">
            <a:off x="8245535" y="2841647"/>
            <a:ext cx="985581" cy="1031475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882900" y="47727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-341017" y="342514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"/>
          <p:cNvSpPr/>
          <p:nvPr/>
        </p:nvSpPr>
        <p:spPr>
          <a:xfrm rot="-5400000">
            <a:off x="8019283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8"/>
          <p:cNvGrpSpPr/>
          <p:nvPr/>
        </p:nvGrpSpPr>
        <p:grpSpPr>
          <a:xfrm>
            <a:off x="7807300" y="337888"/>
            <a:ext cx="1399975" cy="635600"/>
            <a:chOff x="3996175" y="2416275"/>
            <a:chExt cx="1399975" cy="635600"/>
          </a:xfrm>
        </p:grpSpPr>
        <p:sp>
          <p:nvSpPr>
            <p:cNvPr id="256" name="Google Shape;256;p8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8"/>
          <p:cNvSpPr/>
          <p:nvPr/>
        </p:nvSpPr>
        <p:spPr>
          <a:xfrm>
            <a:off x="5443025" y="61064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"/>
          <p:cNvSpPr/>
          <p:nvPr/>
        </p:nvSpPr>
        <p:spPr>
          <a:xfrm flipH="1">
            <a:off x="-1094500" y="2709024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8"/>
          <p:cNvGrpSpPr/>
          <p:nvPr/>
        </p:nvGrpSpPr>
        <p:grpSpPr>
          <a:xfrm>
            <a:off x="2274058" y="4761090"/>
            <a:ext cx="637189" cy="544854"/>
            <a:chOff x="313225" y="3635825"/>
            <a:chExt cx="637125" cy="544800"/>
          </a:xfrm>
        </p:grpSpPr>
        <p:sp>
          <p:nvSpPr>
            <p:cNvPr id="265" name="Google Shape;265;p8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8"/>
          <p:cNvSpPr/>
          <p:nvPr/>
        </p:nvSpPr>
        <p:spPr>
          <a:xfrm>
            <a:off x="7955850" y="3973100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2135550" y="1616700"/>
            <a:ext cx="48729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2135550" y="30011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9"/>
          <p:cNvSpPr/>
          <p:nvPr/>
        </p:nvSpPr>
        <p:spPr>
          <a:xfrm flipH="1">
            <a:off x="7649818" y="2943019"/>
            <a:ext cx="985544" cy="103143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527750" y="47427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9"/>
          <p:cNvGrpSpPr/>
          <p:nvPr/>
        </p:nvGrpSpPr>
        <p:grpSpPr>
          <a:xfrm rot="-2559707">
            <a:off x="7333623" y="4464109"/>
            <a:ext cx="637154" cy="544825"/>
            <a:chOff x="313225" y="3635825"/>
            <a:chExt cx="637125" cy="544800"/>
          </a:xfrm>
        </p:grpSpPr>
        <p:sp>
          <p:nvSpPr>
            <p:cNvPr id="284" name="Google Shape;284;p9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" name="Google Shape;296;p9"/>
          <p:cNvGrpSpPr/>
          <p:nvPr/>
        </p:nvGrpSpPr>
        <p:grpSpPr>
          <a:xfrm rot="2874609">
            <a:off x="100206" y="343183"/>
            <a:ext cx="637130" cy="544804"/>
            <a:chOff x="313225" y="3635825"/>
            <a:chExt cx="637125" cy="544800"/>
          </a:xfrm>
        </p:grpSpPr>
        <p:sp>
          <p:nvSpPr>
            <p:cNvPr id="297" name="Google Shape;297;p9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9"/>
          <p:cNvSpPr/>
          <p:nvPr/>
        </p:nvSpPr>
        <p:spPr>
          <a:xfrm rot="5400000" flipH="1">
            <a:off x="-1833336" y="14754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 rot="-5400000">
            <a:off x="7539041" y="3539394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 flipH="1">
            <a:off x="7578375" y="-77362"/>
            <a:ext cx="1399975" cy="635600"/>
            <a:chOff x="3996175" y="2416275"/>
            <a:chExt cx="1399975" cy="635600"/>
          </a:xfrm>
        </p:grpSpPr>
        <p:sp>
          <p:nvSpPr>
            <p:cNvPr id="313" name="Google Shape;313;p9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9"/>
          <p:cNvGrpSpPr/>
          <p:nvPr/>
        </p:nvGrpSpPr>
        <p:grpSpPr>
          <a:xfrm>
            <a:off x="439263" y="1688463"/>
            <a:ext cx="1399975" cy="635600"/>
            <a:chOff x="3996175" y="2416275"/>
            <a:chExt cx="1399975" cy="635600"/>
          </a:xfrm>
        </p:grpSpPr>
        <p:sp>
          <p:nvSpPr>
            <p:cNvPr id="320" name="Google Shape;320;p9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9"/>
          <p:cNvSpPr/>
          <p:nvPr/>
        </p:nvSpPr>
        <p:spPr>
          <a:xfrm>
            <a:off x="8729750" y="1878162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9"/>
          <p:cNvGrpSpPr/>
          <p:nvPr/>
        </p:nvGrpSpPr>
        <p:grpSpPr>
          <a:xfrm>
            <a:off x="2135538" y="360340"/>
            <a:ext cx="1022401" cy="671137"/>
            <a:chOff x="3420300" y="450375"/>
            <a:chExt cx="1714000" cy="1125125"/>
          </a:xfrm>
        </p:grpSpPr>
        <p:sp>
          <p:nvSpPr>
            <p:cNvPr id="328" name="Google Shape;328;p9"/>
            <p:cNvSpPr/>
            <p:nvPr/>
          </p:nvSpPr>
          <p:spPr>
            <a:xfrm>
              <a:off x="3577500" y="1062550"/>
              <a:ext cx="593575" cy="446900"/>
            </a:xfrm>
            <a:custGeom>
              <a:avLst/>
              <a:gdLst/>
              <a:ahLst/>
              <a:cxnLst/>
              <a:rect l="l" t="t" r="r" b="b"/>
              <a:pathLst>
                <a:path w="23743" h="17876" extrusionOk="0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3646125" y="450375"/>
              <a:ext cx="960600" cy="595550"/>
            </a:xfrm>
            <a:custGeom>
              <a:avLst/>
              <a:gdLst/>
              <a:ahLst/>
              <a:cxnLst/>
              <a:rect l="l" t="t" r="r" b="b"/>
              <a:pathLst>
                <a:path w="38424" h="23822" extrusionOk="0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3420300" y="680175"/>
              <a:ext cx="288450" cy="616325"/>
            </a:xfrm>
            <a:custGeom>
              <a:avLst/>
              <a:gdLst/>
              <a:ahLst/>
              <a:cxnLst/>
              <a:rect l="l" t="t" r="r" b="b"/>
              <a:pathLst>
                <a:path w="11538" h="24653" extrusionOk="0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3675425" y="615575"/>
              <a:ext cx="1458875" cy="836125"/>
            </a:xfrm>
            <a:custGeom>
              <a:avLst/>
              <a:gdLst/>
              <a:ahLst/>
              <a:cxnLst/>
              <a:rect l="l" t="t" r="r" b="b"/>
              <a:pathLst>
                <a:path w="58355" h="33445" extrusionOk="0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4436175" y="1123175"/>
              <a:ext cx="698125" cy="297125"/>
            </a:xfrm>
            <a:custGeom>
              <a:avLst/>
              <a:gdLst/>
              <a:ahLst/>
              <a:cxnLst/>
              <a:rect l="l" t="t" r="r" b="b"/>
              <a:pathLst>
                <a:path w="27925" h="11885" extrusionOk="0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4432825" y="726800"/>
              <a:ext cx="596900" cy="471875"/>
            </a:xfrm>
            <a:custGeom>
              <a:avLst/>
              <a:gdLst/>
              <a:ahLst/>
              <a:cxnLst/>
              <a:rect l="l" t="t" r="r" b="b"/>
              <a:pathLst>
                <a:path w="23876" h="18875" extrusionOk="0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4074450" y="922000"/>
              <a:ext cx="427700" cy="337500"/>
            </a:xfrm>
            <a:custGeom>
              <a:avLst/>
              <a:gdLst/>
              <a:ahLst/>
              <a:cxnLst/>
              <a:rect l="l" t="t" r="r" b="b"/>
              <a:pathLst>
                <a:path w="17108" h="13500" extrusionOk="0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4622675" y="1037175"/>
              <a:ext cx="97950" cy="96025"/>
            </a:xfrm>
            <a:custGeom>
              <a:avLst/>
              <a:gdLst/>
              <a:ahLst/>
              <a:cxnLst/>
              <a:rect l="l" t="t" r="r" b="b"/>
              <a:pathLst>
                <a:path w="3918" h="3841" extrusionOk="0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4640675" y="1054525"/>
              <a:ext cx="62650" cy="61350"/>
            </a:xfrm>
            <a:custGeom>
              <a:avLst/>
              <a:gdLst/>
              <a:ahLst/>
              <a:cxnLst/>
              <a:rect l="l" t="t" r="r" b="b"/>
              <a:pathLst>
                <a:path w="2506" h="2454" extrusionOk="0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4200350" y="1397550"/>
              <a:ext cx="259150" cy="177950"/>
            </a:xfrm>
            <a:custGeom>
              <a:avLst/>
              <a:gdLst/>
              <a:ahLst/>
              <a:cxnLst/>
              <a:rect l="l" t="t" r="r" b="b"/>
              <a:pathLst>
                <a:path w="10366" h="7118" extrusionOk="0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" name="Google Shape;338;p9"/>
          <p:cNvSpPr/>
          <p:nvPr/>
        </p:nvSpPr>
        <p:spPr>
          <a:xfrm flipH="1">
            <a:off x="1023300" y="4037975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>
            <a:spLocks noGrp="1"/>
          </p:cNvSpPr>
          <p:nvPr>
            <p:ph type="pic" idx="2"/>
          </p:nvPr>
        </p:nvSpPr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10"/>
          <p:cNvSpPr txBox="1">
            <a:spLocks noGrp="1"/>
          </p:cNvSpPr>
          <p:nvPr>
            <p:ph type="title"/>
          </p:nvPr>
        </p:nvSpPr>
        <p:spPr>
          <a:xfrm>
            <a:off x="720000" y="445663"/>
            <a:ext cx="7704000" cy="693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86225"/>
            <a:ext cx="6576000" cy="12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44" name="Google Shape;344;p11"/>
          <p:cNvSpPr txBox="1">
            <a:spLocks noGrp="1"/>
          </p:cNvSpPr>
          <p:nvPr>
            <p:ph type="subTitle" idx="1"/>
          </p:nvPr>
        </p:nvSpPr>
        <p:spPr>
          <a:xfrm>
            <a:off x="1284000" y="30304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45" name="Google Shape;345;p11"/>
          <p:cNvGrpSpPr/>
          <p:nvPr/>
        </p:nvGrpSpPr>
        <p:grpSpPr>
          <a:xfrm flipH="1">
            <a:off x="7434175" y="4042038"/>
            <a:ext cx="1399975" cy="635600"/>
            <a:chOff x="3996175" y="2416275"/>
            <a:chExt cx="1399975" cy="635600"/>
          </a:xfrm>
        </p:grpSpPr>
        <p:sp>
          <p:nvSpPr>
            <p:cNvPr id="346" name="Google Shape;346;p11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" name="Google Shape;352;p11"/>
          <p:cNvGrpSpPr/>
          <p:nvPr/>
        </p:nvGrpSpPr>
        <p:grpSpPr>
          <a:xfrm rot="-1321172">
            <a:off x="8283301" y="3287911"/>
            <a:ext cx="637086" cy="544767"/>
            <a:chOff x="313225" y="3635825"/>
            <a:chExt cx="637125" cy="544800"/>
          </a:xfrm>
        </p:grpSpPr>
        <p:sp>
          <p:nvSpPr>
            <p:cNvPr id="353" name="Google Shape;353;p11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1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11"/>
          <p:cNvGrpSpPr/>
          <p:nvPr/>
        </p:nvGrpSpPr>
        <p:grpSpPr>
          <a:xfrm rot="-256012">
            <a:off x="6768756" y="4624212"/>
            <a:ext cx="637107" cy="544785"/>
            <a:chOff x="313225" y="3635825"/>
            <a:chExt cx="637125" cy="544800"/>
          </a:xfrm>
        </p:grpSpPr>
        <p:sp>
          <p:nvSpPr>
            <p:cNvPr id="366" name="Google Shape;366;p11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" name="Google Shape;378;p11"/>
          <p:cNvSpPr/>
          <p:nvPr/>
        </p:nvSpPr>
        <p:spPr>
          <a:xfrm rot="-172093">
            <a:off x="55742" y="2582556"/>
            <a:ext cx="985686" cy="1031585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3506801" y="44488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1"/>
          <p:cNvSpPr/>
          <p:nvPr/>
        </p:nvSpPr>
        <p:spPr>
          <a:xfrm rot="-5551744">
            <a:off x="8474985" y="-89370"/>
            <a:ext cx="985776" cy="1031679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 flipH="1">
            <a:off x="-138100" y="26272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"/>
          <p:cNvSpPr/>
          <p:nvPr/>
        </p:nvSpPr>
        <p:spPr>
          <a:xfrm rot="5400000" flipH="1">
            <a:off x="-2792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1"/>
          </p:nvPr>
        </p:nvSpPr>
        <p:spPr>
          <a:xfrm>
            <a:off x="778457" y="2878975"/>
            <a:ext cx="22704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3"/>
          <p:cNvSpPr txBox="1">
            <a:spLocks noGrp="1"/>
          </p:cNvSpPr>
          <p:nvPr>
            <p:ph type="subTitle" idx="2"/>
          </p:nvPr>
        </p:nvSpPr>
        <p:spPr>
          <a:xfrm>
            <a:off x="3436798" y="2878975"/>
            <a:ext cx="22704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3"/>
          <p:cNvSpPr txBox="1">
            <a:spLocks noGrp="1"/>
          </p:cNvSpPr>
          <p:nvPr>
            <p:ph type="subTitle" idx="3"/>
          </p:nvPr>
        </p:nvSpPr>
        <p:spPr>
          <a:xfrm>
            <a:off x="6095143" y="2878975"/>
            <a:ext cx="22704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3"/>
          <p:cNvSpPr txBox="1">
            <a:spLocks noGrp="1"/>
          </p:cNvSpPr>
          <p:nvPr>
            <p:ph type="title" idx="4" hasCustomPrompt="1"/>
          </p:nvPr>
        </p:nvSpPr>
        <p:spPr>
          <a:xfrm>
            <a:off x="1413233" y="1712850"/>
            <a:ext cx="1001100" cy="76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0" name="Google Shape;390;p13"/>
          <p:cNvSpPr txBox="1">
            <a:spLocks noGrp="1"/>
          </p:cNvSpPr>
          <p:nvPr>
            <p:ph type="title" idx="5" hasCustomPrompt="1"/>
          </p:nvPr>
        </p:nvSpPr>
        <p:spPr>
          <a:xfrm>
            <a:off x="4071574" y="1712850"/>
            <a:ext cx="1001100" cy="76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1" name="Google Shape;391;p13"/>
          <p:cNvSpPr txBox="1">
            <a:spLocks noGrp="1"/>
          </p:cNvSpPr>
          <p:nvPr>
            <p:ph type="title" idx="6" hasCustomPrompt="1"/>
          </p:nvPr>
        </p:nvSpPr>
        <p:spPr>
          <a:xfrm>
            <a:off x="6729919" y="1712850"/>
            <a:ext cx="1001100" cy="76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3"/>
          <p:cNvSpPr txBox="1">
            <a:spLocks noGrp="1"/>
          </p:cNvSpPr>
          <p:nvPr>
            <p:ph type="subTitle" idx="7"/>
          </p:nvPr>
        </p:nvSpPr>
        <p:spPr>
          <a:xfrm>
            <a:off x="778457" y="2538563"/>
            <a:ext cx="227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393" name="Google Shape;393;p13"/>
          <p:cNvSpPr txBox="1">
            <a:spLocks noGrp="1"/>
          </p:cNvSpPr>
          <p:nvPr>
            <p:ph type="subTitle" idx="8"/>
          </p:nvPr>
        </p:nvSpPr>
        <p:spPr>
          <a:xfrm>
            <a:off x="3436798" y="2538563"/>
            <a:ext cx="227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394" name="Google Shape;394;p13"/>
          <p:cNvSpPr txBox="1">
            <a:spLocks noGrp="1"/>
          </p:cNvSpPr>
          <p:nvPr>
            <p:ph type="subTitle" idx="9"/>
          </p:nvPr>
        </p:nvSpPr>
        <p:spPr>
          <a:xfrm>
            <a:off x="6095143" y="2538563"/>
            <a:ext cx="227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795087" y="48221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" name="Google Shape;396;p13"/>
          <p:cNvGrpSpPr/>
          <p:nvPr/>
        </p:nvGrpSpPr>
        <p:grpSpPr>
          <a:xfrm rot="-256012">
            <a:off x="8716606" y="2998062"/>
            <a:ext cx="637107" cy="544785"/>
            <a:chOff x="313225" y="3635825"/>
            <a:chExt cx="637125" cy="544800"/>
          </a:xfrm>
        </p:grpSpPr>
        <p:sp>
          <p:nvSpPr>
            <p:cNvPr id="397" name="Google Shape;397;p1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13"/>
          <p:cNvGrpSpPr/>
          <p:nvPr/>
        </p:nvGrpSpPr>
        <p:grpSpPr>
          <a:xfrm rot="998563">
            <a:off x="394856" y="4135389"/>
            <a:ext cx="637119" cy="544795"/>
            <a:chOff x="313225" y="3635825"/>
            <a:chExt cx="637125" cy="544800"/>
          </a:xfrm>
        </p:grpSpPr>
        <p:sp>
          <p:nvSpPr>
            <p:cNvPr id="410" name="Google Shape;410;p1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13"/>
          <p:cNvSpPr/>
          <p:nvPr/>
        </p:nvSpPr>
        <p:spPr>
          <a:xfrm rot="-485382" flipH="1">
            <a:off x="6965934" y="4199040"/>
            <a:ext cx="985522" cy="1031414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3"/>
          <p:cNvSpPr/>
          <p:nvPr/>
        </p:nvSpPr>
        <p:spPr>
          <a:xfrm rot="5400000">
            <a:off x="-2211161" y="14754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7118638" y="2316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-59530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"/>
          <p:cNvSpPr/>
          <p:nvPr/>
        </p:nvSpPr>
        <p:spPr>
          <a:xfrm rot="-5400000">
            <a:off x="7562083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3"/>
          <p:cNvSpPr/>
          <p:nvPr/>
        </p:nvSpPr>
        <p:spPr>
          <a:xfrm rot="-5400000" flipH="1">
            <a:off x="6877789" y="11246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8" name="Google Shape;428;p13"/>
          <p:cNvGrpSpPr/>
          <p:nvPr/>
        </p:nvGrpSpPr>
        <p:grpSpPr>
          <a:xfrm>
            <a:off x="68863" y="-216537"/>
            <a:ext cx="1399975" cy="635600"/>
            <a:chOff x="3996175" y="2416275"/>
            <a:chExt cx="1399975" cy="635600"/>
          </a:xfrm>
        </p:grpSpPr>
        <p:sp>
          <p:nvSpPr>
            <p:cNvPr id="429" name="Google Shape;429;p1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" name="Google Shape;435;p13"/>
          <p:cNvSpPr/>
          <p:nvPr/>
        </p:nvSpPr>
        <p:spPr>
          <a:xfrm rot="7935183" flipH="1">
            <a:off x="-503036" y="2347719"/>
            <a:ext cx="985522" cy="1031413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rgbClr val="017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6" name="Google Shape;436;p13"/>
          <p:cNvGrpSpPr/>
          <p:nvPr/>
        </p:nvGrpSpPr>
        <p:grpSpPr>
          <a:xfrm>
            <a:off x="5072663" y="4159138"/>
            <a:ext cx="1399975" cy="635600"/>
            <a:chOff x="3996175" y="2416275"/>
            <a:chExt cx="1399975" cy="635600"/>
          </a:xfrm>
        </p:grpSpPr>
        <p:sp>
          <p:nvSpPr>
            <p:cNvPr id="437" name="Google Shape;437;p1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 txBox="1">
            <a:spLocks noGrp="1"/>
          </p:cNvSpPr>
          <p:nvPr>
            <p:ph type="title"/>
          </p:nvPr>
        </p:nvSpPr>
        <p:spPr>
          <a:xfrm>
            <a:off x="938025" y="34812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5" name="Google Shape;445;p14"/>
          <p:cNvSpPr txBox="1">
            <a:spLocks noGrp="1"/>
          </p:cNvSpPr>
          <p:nvPr>
            <p:ph type="subTitle" idx="1"/>
          </p:nvPr>
        </p:nvSpPr>
        <p:spPr>
          <a:xfrm>
            <a:off x="938025" y="996700"/>
            <a:ext cx="43602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446" name="Google Shape;446;p14"/>
          <p:cNvGrpSpPr/>
          <p:nvPr/>
        </p:nvGrpSpPr>
        <p:grpSpPr>
          <a:xfrm rot="-1118162">
            <a:off x="7358545" y="3765280"/>
            <a:ext cx="637214" cy="544876"/>
            <a:chOff x="313225" y="3635825"/>
            <a:chExt cx="637125" cy="544800"/>
          </a:xfrm>
        </p:grpSpPr>
        <p:sp>
          <p:nvSpPr>
            <p:cNvPr id="447" name="Google Shape;447;p14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" name="Google Shape;459;p14"/>
          <p:cNvSpPr/>
          <p:nvPr/>
        </p:nvSpPr>
        <p:spPr>
          <a:xfrm rot="-5400000">
            <a:off x="6459197" y="178906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4"/>
          <p:cNvSpPr/>
          <p:nvPr/>
        </p:nvSpPr>
        <p:spPr>
          <a:xfrm rot="-5400000">
            <a:off x="7257283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14"/>
          <p:cNvGrpSpPr/>
          <p:nvPr/>
        </p:nvGrpSpPr>
        <p:grpSpPr>
          <a:xfrm flipH="1">
            <a:off x="7247900" y="221700"/>
            <a:ext cx="1399975" cy="635600"/>
            <a:chOff x="3996175" y="2416275"/>
            <a:chExt cx="1399975" cy="635600"/>
          </a:xfrm>
        </p:grpSpPr>
        <p:sp>
          <p:nvSpPr>
            <p:cNvPr id="462" name="Google Shape;462;p14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4"/>
          <p:cNvSpPr/>
          <p:nvPr/>
        </p:nvSpPr>
        <p:spPr>
          <a:xfrm flipH="1">
            <a:off x="3112375" y="3407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"/>
          <p:cNvSpPr/>
          <p:nvPr/>
        </p:nvSpPr>
        <p:spPr>
          <a:xfrm rot="-530272">
            <a:off x="-101512" y="4391061"/>
            <a:ext cx="985597" cy="1031492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14"/>
          <p:cNvGrpSpPr/>
          <p:nvPr/>
        </p:nvGrpSpPr>
        <p:grpSpPr>
          <a:xfrm>
            <a:off x="2492450" y="4665213"/>
            <a:ext cx="1399975" cy="635600"/>
            <a:chOff x="3996175" y="2416275"/>
            <a:chExt cx="1399975" cy="635600"/>
          </a:xfrm>
        </p:grpSpPr>
        <p:sp>
          <p:nvSpPr>
            <p:cNvPr id="471" name="Google Shape;471;p14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14"/>
          <p:cNvSpPr/>
          <p:nvPr/>
        </p:nvSpPr>
        <p:spPr>
          <a:xfrm>
            <a:off x="-1359100" y="2854299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 flipH="1">
            <a:off x="6289825" y="475694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 txBox="1">
            <a:spLocks noGrp="1"/>
          </p:cNvSpPr>
          <p:nvPr>
            <p:ph type="title"/>
          </p:nvPr>
        </p:nvSpPr>
        <p:spPr>
          <a:xfrm>
            <a:off x="1048850" y="1201975"/>
            <a:ext cx="27396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15"/>
          <p:cNvSpPr txBox="1">
            <a:spLocks noGrp="1"/>
          </p:cNvSpPr>
          <p:nvPr>
            <p:ph type="subTitle" idx="1"/>
          </p:nvPr>
        </p:nvSpPr>
        <p:spPr>
          <a:xfrm>
            <a:off x="1048850" y="2833950"/>
            <a:ext cx="273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5"/>
          <p:cNvSpPr>
            <a:spLocks noGrp="1"/>
          </p:cNvSpPr>
          <p:nvPr>
            <p:ph type="pic" idx="2"/>
          </p:nvPr>
        </p:nvSpPr>
        <p:spPr>
          <a:xfrm>
            <a:off x="4604550" y="861625"/>
            <a:ext cx="3240300" cy="3275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3" name="Google Shape;483;p15"/>
          <p:cNvSpPr/>
          <p:nvPr/>
        </p:nvSpPr>
        <p:spPr>
          <a:xfrm rot="-5814273">
            <a:off x="7938021" y="-52277"/>
            <a:ext cx="985593" cy="103148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15"/>
          <p:cNvGrpSpPr/>
          <p:nvPr/>
        </p:nvGrpSpPr>
        <p:grpSpPr>
          <a:xfrm rot="1352829">
            <a:off x="1049669" y="4245460"/>
            <a:ext cx="637219" cy="544880"/>
            <a:chOff x="313225" y="3635825"/>
            <a:chExt cx="637125" cy="544800"/>
          </a:xfrm>
        </p:grpSpPr>
        <p:sp>
          <p:nvSpPr>
            <p:cNvPr id="485" name="Google Shape;485;p15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15"/>
          <p:cNvSpPr/>
          <p:nvPr/>
        </p:nvSpPr>
        <p:spPr>
          <a:xfrm rot="-5400000">
            <a:off x="6459189" y="14754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-13810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 rot="-5400000">
            <a:off x="7625208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15"/>
          <p:cNvGrpSpPr/>
          <p:nvPr/>
        </p:nvGrpSpPr>
        <p:grpSpPr>
          <a:xfrm>
            <a:off x="4480225" y="-59385"/>
            <a:ext cx="1399975" cy="635600"/>
            <a:chOff x="3996175" y="2416275"/>
            <a:chExt cx="1399975" cy="635600"/>
          </a:xfrm>
        </p:grpSpPr>
        <p:sp>
          <p:nvSpPr>
            <p:cNvPr id="501" name="Google Shape;501;p1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-882675" y="3049538"/>
            <a:ext cx="1399975" cy="635600"/>
            <a:chOff x="3996175" y="2416275"/>
            <a:chExt cx="1399975" cy="635600"/>
          </a:xfrm>
        </p:grpSpPr>
        <p:sp>
          <p:nvSpPr>
            <p:cNvPr id="508" name="Google Shape;508;p1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" name="Google Shape;514;p15"/>
          <p:cNvSpPr/>
          <p:nvPr/>
        </p:nvSpPr>
        <p:spPr>
          <a:xfrm flipH="1">
            <a:off x="-138100" y="26272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8008450" y="3715650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"/>
          <p:cNvSpPr txBox="1">
            <a:spLocks noGrp="1"/>
          </p:cNvSpPr>
          <p:nvPr>
            <p:ph type="title"/>
          </p:nvPr>
        </p:nvSpPr>
        <p:spPr>
          <a:xfrm>
            <a:off x="1101000" y="1280050"/>
            <a:ext cx="2865000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6"/>
          <p:cNvSpPr txBox="1">
            <a:spLocks noGrp="1"/>
          </p:cNvSpPr>
          <p:nvPr>
            <p:ph type="subTitle" idx="1"/>
          </p:nvPr>
        </p:nvSpPr>
        <p:spPr>
          <a:xfrm>
            <a:off x="1101000" y="2394150"/>
            <a:ext cx="28650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16"/>
          <p:cNvSpPr/>
          <p:nvPr/>
        </p:nvSpPr>
        <p:spPr>
          <a:xfrm rot="-1290050">
            <a:off x="8171798" y="3446550"/>
            <a:ext cx="985704" cy="1031603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16"/>
          <p:cNvGrpSpPr/>
          <p:nvPr/>
        </p:nvGrpSpPr>
        <p:grpSpPr>
          <a:xfrm rot="208447">
            <a:off x="656905" y="4418534"/>
            <a:ext cx="637149" cy="544821"/>
            <a:chOff x="313225" y="3635825"/>
            <a:chExt cx="637125" cy="544800"/>
          </a:xfrm>
        </p:grpSpPr>
        <p:sp>
          <p:nvSpPr>
            <p:cNvPr id="521" name="Google Shape;521;p16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16"/>
          <p:cNvSpPr/>
          <p:nvPr/>
        </p:nvSpPr>
        <p:spPr>
          <a:xfrm flipH="1">
            <a:off x="7073" y="42781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4213774" y="3585098"/>
            <a:ext cx="8115924" cy="1559254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6"/>
          <p:cNvSpPr/>
          <p:nvPr/>
        </p:nvSpPr>
        <p:spPr>
          <a:xfrm rot="6300219">
            <a:off x="-526046" y="874513"/>
            <a:ext cx="985657" cy="1031554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16"/>
          <p:cNvGrpSpPr/>
          <p:nvPr/>
        </p:nvGrpSpPr>
        <p:grpSpPr>
          <a:xfrm flipH="1">
            <a:off x="8430763" y="2321663"/>
            <a:ext cx="1399975" cy="635600"/>
            <a:chOff x="3996175" y="2416275"/>
            <a:chExt cx="1399975" cy="635600"/>
          </a:xfrm>
        </p:grpSpPr>
        <p:sp>
          <p:nvSpPr>
            <p:cNvPr id="537" name="Google Shape;537;p1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16"/>
          <p:cNvSpPr/>
          <p:nvPr/>
        </p:nvSpPr>
        <p:spPr>
          <a:xfrm>
            <a:off x="7633775" y="31392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"/>
          <p:cNvSpPr/>
          <p:nvPr/>
        </p:nvSpPr>
        <p:spPr>
          <a:xfrm flipH="1">
            <a:off x="-1123925" y="366089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16"/>
          <p:cNvGrpSpPr/>
          <p:nvPr/>
        </p:nvGrpSpPr>
        <p:grpSpPr>
          <a:xfrm>
            <a:off x="3370513" y="313913"/>
            <a:ext cx="1399975" cy="635600"/>
            <a:chOff x="3996175" y="2416275"/>
            <a:chExt cx="1399975" cy="635600"/>
          </a:xfrm>
        </p:grpSpPr>
        <p:sp>
          <p:nvSpPr>
            <p:cNvPr id="546" name="Google Shape;546;p1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16"/>
          <p:cNvSpPr/>
          <p:nvPr/>
        </p:nvSpPr>
        <p:spPr>
          <a:xfrm>
            <a:off x="4160700" y="3866950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7"/>
          <p:cNvSpPr txBox="1">
            <a:spLocks noGrp="1"/>
          </p:cNvSpPr>
          <p:nvPr>
            <p:ph type="title"/>
          </p:nvPr>
        </p:nvSpPr>
        <p:spPr>
          <a:xfrm>
            <a:off x="5284175" y="1421838"/>
            <a:ext cx="2630400" cy="11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17"/>
          <p:cNvSpPr txBox="1">
            <a:spLocks noGrp="1"/>
          </p:cNvSpPr>
          <p:nvPr>
            <p:ph type="subTitle" idx="1"/>
          </p:nvPr>
        </p:nvSpPr>
        <p:spPr>
          <a:xfrm>
            <a:off x="5284300" y="2522963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17"/>
          <p:cNvSpPr/>
          <p:nvPr/>
        </p:nvSpPr>
        <p:spPr>
          <a:xfrm rot="-1670834">
            <a:off x="257736" y="3761114"/>
            <a:ext cx="985765" cy="103166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7"/>
          <p:cNvSpPr/>
          <p:nvPr/>
        </p:nvSpPr>
        <p:spPr>
          <a:xfrm flipH="1">
            <a:off x="-255294" y="3909526"/>
            <a:ext cx="6427170" cy="1234843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7"/>
          <p:cNvSpPr/>
          <p:nvPr/>
        </p:nvSpPr>
        <p:spPr>
          <a:xfrm rot="-7744369">
            <a:off x="8333770" y="23644"/>
            <a:ext cx="985799" cy="1031703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9" name="Google Shape;559;p17"/>
          <p:cNvGrpSpPr/>
          <p:nvPr/>
        </p:nvGrpSpPr>
        <p:grpSpPr>
          <a:xfrm>
            <a:off x="-467937" y="711963"/>
            <a:ext cx="1399975" cy="635600"/>
            <a:chOff x="3996175" y="2416275"/>
            <a:chExt cx="1399975" cy="635600"/>
          </a:xfrm>
        </p:grpSpPr>
        <p:sp>
          <p:nvSpPr>
            <p:cNvPr id="560" name="Google Shape;560;p17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" name="Google Shape;566;p17"/>
          <p:cNvGrpSpPr/>
          <p:nvPr/>
        </p:nvGrpSpPr>
        <p:grpSpPr>
          <a:xfrm flipH="1">
            <a:off x="8332038" y="3640538"/>
            <a:ext cx="1399975" cy="635600"/>
            <a:chOff x="3996175" y="2416275"/>
            <a:chExt cx="1399975" cy="635600"/>
          </a:xfrm>
        </p:grpSpPr>
        <p:sp>
          <p:nvSpPr>
            <p:cNvPr id="567" name="Google Shape;567;p17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17"/>
          <p:cNvSpPr/>
          <p:nvPr/>
        </p:nvSpPr>
        <p:spPr>
          <a:xfrm flipH="1">
            <a:off x="8751200" y="3178124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7"/>
          <p:cNvSpPr/>
          <p:nvPr/>
        </p:nvSpPr>
        <p:spPr>
          <a:xfrm rot="-1670834">
            <a:off x="8574336" y="4543014"/>
            <a:ext cx="985765" cy="103166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"/>
          <p:cNvSpPr txBox="1">
            <a:spLocks noGrp="1"/>
          </p:cNvSpPr>
          <p:nvPr>
            <p:ph type="title"/>
          </p:nvPr>
        </p:nvSpPr>
        <p:spPr>
          <a:xfrm>
            <a:off x="1101000" y="1280050"/>
            <a:ext cx="2865000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8"/>
          <p:cNvSpPr txBox="1">
            <a:spLocks noGrp="1"/>
          </p:cNvSpPr>
          <p:nvPr>
            <p:ph type="subTitle" idx="1"/>
          </p:nvPr>
        </p:nvSpPr>
        <p:spPr>
          <a:xfrm>
            <a:off x="1101000" y="2394150"/>
            <a:ext cx="28650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18"/>
          <p:cNvSpPr/>
          <p:nvPr/>
        </p:nvSpPr>
        <p:spPr>
          <a:xfrm flipH="1">
            <a:off x="6805850" y="3149149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18"/>
          <p:cNvGrpSpPr/>
          <p:nvPr/>
        </p:nvGrpSpPr>
        <p:grpSpPr>
          <a:xfrm rot="-3390609">
            <a:off x="2061226" y="4287917"/>
            <a:ext cx="637138" cy="544811"/>
            <a:chOff x="313225" y="3635825"/>
            <a:chExt cx="637125" cy="544800"/>
          </a:xfrm>
        </p:grpSpPr>
        <p:sp>
          <p:nvSpPr>
            <p:cNvPr id="580" name="Google Shape;580;p18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18"/>
          <p:cNvSpPr/>
          <p:nvPr/>
        </p:nvSpPr>
        <p:spPr>
          <a:xfrm>
            <a:off x="2475925" y="4035827"/>
            <a:ext cx="7540466" cy="1108501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8"/>
          <p:cNvSpPr/>
          <p:nvPr/>
        </p:nvSpPr>
        <p:spPr>
          <a:xfrm rot="366254">
            <a:off x="-469375" y="261759"/>
            <a:ext cx="985855" cy="1031762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4" name="Google Shape;594;p18"/>
          <p:cNvGrpSpPr/>
          <p:nvPr/>
        </p:nvGrpSpPr>
        <p:grpSpPr>
          <a:xfrm>
            <a:off x="3368538" y="315088"/>
            <a:ext cx="1399975" cy="635600"/>
            <a:chOff x="3996175" y="2416275"/>
            <a:chExt cx="1399975" cy="635600"/>
          </a:xfrm>
        </p:grpSpPr>
        <p:sp>
          <p:nvSpPr>
            <p:cNvPr id="595" name="Google Shape;595;p18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" name="Google Shape;601;p18"/>
          <p:cNvSpPr/>
          <p:nvPr/>
        </p:nvSpPr>
        <p:spPr>
          <a:xfrm>
            <a:off x="8009725" y="2122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8"/>
          <p:cNvSpPr/>
          <p:nvPr/>
        </p:nvSpPr>
        <p:spPr>
          <a:xfrm rot="-1670834">
            <a:off x="7278511" y="3600514"/>
            <a:ext cx="985765" cy="103166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8"/>
          <p:cNvSpPr/>
          <p:nvPr/>
        </p:nvSpPr>
        <p:spPr>
          <a:xfrm rot="1761842">
            <a:off x="8403129" y="4245810"/>
            <a:ext cx="536944" cy="469339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48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19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54891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0"/>
          <p:cNvSpPr txBox="1">
            <a:spLocks noGrp="1"/>
          </p:cNvSpPr>
          <p:nvPr>
            <p:ph type="title"/>
          </p:nvPr>
        </p:nvSpPr>
        <p:spPr>
          <a:xfrm>
            <a:off x="2972975" y="445025"/>
            <a:ext cx="545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20"/>
          <p:cNvSpPr txBox="1">
            <a:spLocks noGrp="1"/>
          </p:cNvSpPr>
          <p:nvPr>
            <p:ph type="body" idx="1"/>
          </p:nvPr>
        </p:nvSpPr>
        <p:spPr>
          <a:xfrm>
            <a:off x="2972975" y="1368150"/>
            <a:ext cx="5451000" cy="28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10" name="Google Shape;610;p20"/>
          <p:cNvSpPr/>
          <p:nvPr/>
        </p:nvSpPr>
        <p:spPr>
          <a:xfrm>
            <a:off x="173114" y="3099280"/>
            <a:ext cx="985726" cy="103162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1" name="Google Shape;611;p20"/>
          <p:cNvGrpSpPr/>
          <p:nvPr/>
        </p:nvGrpSpPr>
        <p:grpSpPr>
          <a:xfrm rot="-1003667">
            <a:off x="1722379" y="4057376"/>
            <a:ext cx="637070" cy="544753"/>
            <a:chOff x="313225" y="3635825"/>
            <a:chExt cx="637125" cy="544800"/>
          </a:xfrm>
        </p:grpSpPr>
        <p:sp>
          <p:nvSpPr>
            <p:cNvPr id="612" name="Google Shape;612;p20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20"/>
          <p:cNvSpPr/>
          <p:nvPr/>
        </p:nvSpPr>
        <p:spPr>
          <a:xfrm flipH="1">
            <a:off x="8073988" y="3814826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0"/>
          <p:cNvSpPr/>
          <p:nvPr/>
        </p:nvSpPr>
        <p:spPr>
          <a:xfrm>
            <a:off x="-6816" y="3411973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8021838" y="2497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7" name="Google Shape;627;p20"/>
          <p:cNvGrpSpPr/>
          <p:nvPr/>
        </p:nvGrpSpPr>
        <p:grpSpPr>
          <a:xfrm>
            <a:off x="769688" y="1715075"/>
            <a:ext cx="1399975" cy="635600"/>
            <a:chOff x="3996175" y="2416275"/>
            <a:chExt cx="1399975" cy="635600"/>
          </a:xfrm>
        </p:grpSpPr>
        <p:sp>
          <p:nvSpPr>
            <p:cNvPr id="628" name="Google Shape;628;p20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4" name="Google Shape;634;p20"/>
          <p:cNvSpPr/>
          <p:nvPr/>
        </p:nvSpPr>
        <p:spPr>
          <a:xfrm flipH="1">
            <a:off x="-1049186" y="43543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5" name="Google Shape;635;p20"/>
          <p:cNvGrpSpPr/>
          <p:nvPr/>
        </p:nvGrpSpPr>
        <p:grpSpPr>
          <a:xfrm flipH="1">
            <a:off x="-892647" y="387844"/>
            <a:ext cx="1936621" cy="874474"/>
            <a:chOff x="1168100" y="572050"/>
            <a:chExt cx="3546925" cy="1601600"/>
          </a:xfrm>
        </p:grpSpPr>
        <p:sp>
          <p:nvSpPr>
            <p:cNvPr id="636" name="Google Shape;636;p20"/>
            <p:cNvSpPr/>
            <p:nvPr/>
          </p:nvSpPr>
          <p:spPr>
            <a:xfrm>
              <a:off x="3452175" y="1488400"/>
              <a:ext cx="168475" cy="203475"/>
            </a:xfrm>
            <a:custGeom>
              <a:avLst/>
              <a:gdLst/>
              <a:ahLst/>
              <a:cxnLst/>
              <a:rect l="l" t="t" r="r" b="b"/>
              <a:pathLst>
                <a:path w="6739" h="8139" extrusionOk="0">
                  <a:moveTo>
                    <a:pt x="5431" y="1"/>
                  </a:moveTo>
                  <a:lnTo>
                    <a:pt x="0" y="3034"/>
                  </a:lnTo>
                  <a:cubicBezTo>
                    <a:pt x="1998" y="5087"/>
                    <a:pt x="4269" y="6885"/>
                    <a:pt x="6739" y="8138"/>
                  </a:cubicBezTo>
                  <a:cubicBezTo>
                    <a:pt x="5921" y="6031"/>
                    <a:pt x="5576" y="3634"/>
                    <a:pt x="5467" y="1363"/>
                  </a:cubicBezTo>
                  <a:cubicBezTo>
                    <a:pt x="5449" y="891"/>
                    <a:pt x="5431" y="437"/>
                    <a:pt x="5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1303400" y="1378525"/>
              <a:ext cx="2986125" cy="395075"/>
            </a:xfrm>
            <a:custGeom>
              <a:avLst/>
              <a:gdLst/>
              <a:ahLst/>
              <a:cxnLst/>
              <a:rect l="l" t="t" r="r" b="b"/>
              <a:pathLst>
                <a:path w="119445" h="15803" extrusionOk="0">
                  <a:moveTo>
                    <a:pt x="102262" y="273"/>
                  </a:moveTo>
                  <a:cubicBezTo>
                    <a:pt x="84698" y="1072"/>
                    <a:pt x="65735" y="8464"/>
                    <a:pt x="65735" y="8464"/>
                  </a:cubicBezTo>
                  <a:cubicBezTo>
                    <a:pt x="62829" y="8592"/>
                    <a:pt x="59777" y="6430"/>
                    <a:pt x="56671" y="6575"/>
                  </a:cubicBezTo>
                  <a:cubicBezTo>
                    <a:pt x="50369" y="7266"/>
                    <a:pt x="44102" y="8101"/>
                    <a:pt x="37890" y="8392"/>
                  </a:cubicBezTo>
                  <a:cubicBezTo>
                    <a:pt x="20762" y="9173"/>
                    <a:pt x="12189" y="2252"/>
                    <a:pt x="5541" y="2561"/>
                  </a:cubicBezTo>
                  <a:cubicBezTo>
                    <a:pt x="3797" y="2652"/>
                    <a:pt x="2090" y="3106"/>
                    <a:pt x="382" y="3524"/>
                  </a:cubicBezTo>
                  <a:cubicBezTo>
                    <a:pt x="1581" y="4305"/>
                    <a:pt x="2834" y="4977"/>
                    <a:pt x="4088" y="5558"/>
                  </a:cubicBezTo>
                  <a:cubicBezTo>
                    <a:pt x="2689" y="6267"/>
                    <a:pt x="1272" y="6957"/>
                    <a:pt x="128" y="8010"/>
                  </a:cubicBezTo>
                  <a:cubicBezTo>
                    <a:pt x="1" y="8137"/>
                    <a:pt x="37" y="8374"/>
                    <a:pt x="201" y="8446"/>
                  </a:cubicBezTo>
                  <a:cubicBezTo>
                    <a:pt x="14841" y="14767"/>
                    <a:pt x="38417" y="15803"/>
                    <a:pt x="53402" y="15112"/>
                  </a:cubicBezTo>
                  <a:cubicBezTo>
                    <a:pt x="62665" y="14676"/>
                    <a:pt x="74599" y="13205"/>
                    <a:pt x="74726" y="13169"/>
                  </a:cubicBezTo>
                  <a:cubicBezTo>
                    <a:pt x="86441" y="10281"/>
                    <a:pt x="103043" y="5576"/>
                    <a:pt x="119445" y="3197"/>
                  </a:cubicBezTo>
                  <a:cubicBezTo>
                    <a:pt x="119390" y="2616"/>
                    <a:pt x="119336" y="2016"/>
                    <a:pt x="119281" y="1417"/>
                  </a:cubicBezTo>
                  <a:cubicBezTo>
                    <a:pt x="113723" y="327"/>
                    <a:pt x="108002" y="0"/>
                    <a:pt x="102262" y="2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1168100" y="572050"/>
              <a:ext cx="3546925" cy="1601600"/>
            </a:xfrm>
            <a:custGeom>
              <a:avLst/>
              <a:gdLst/>
              <a:ahLst/>
              <a:cxnLst/>
              <a:rect l="l" t="t" r="r" b="b"/>
              <a:pathLst>
                <a:path w="141877" h="64064" extrusionOk="0">
                  <a:moveTo>
                    <a:pt x="141876" y="10554"/>
                  </a:moveTo>
                  <a:cubicBezTo>
                    <a:pt x="135864" y="17274"/>
                    <a:pt x="129016" y="23014"/>
                    <a:pt x="122695" y="29444"/>
                  </a:cubicBezTo>
                  <a:cubicBezTo>
                    <a:pt x="118118" y="28935"/>
                    <a:pt x="113886" y="28172"/>
                    <a:pt x="109872" y="27264"/>
                  </a:cubicBezTo>
                  <a:cubicBezTo>
                    <a:pt x="109963" y="25938"/>
                    <a:pt x="110144" y="24649"/>
                    <a:pt x="110526" y="23395"/>
                  </a:cubicBezTo>
                  <a:cubicBezTo>
                    <a:pt x="108709" y="24013"/>
                    <a:pt x="106966" y="24921"/>
                    <a:pt x="105458" y="26193"/>
                  </a:cubicBezTo>
                  <a:cubicBezTo>
                    <a:pt x="94215" y="23286"/>
                    <a:pt x="84334" y="19472"/>
                    <a:pt x="72691" y="17311"/>
                  </a:cubicBezTo>
                  <a:cubicBezTo>
                    <a:pt x="71819" y="15095"/>
                    <a:pt x="71310" y="12733"/>
                    <a:pt x="71201" y="10318"/>
                  </a:cubicBezTo>
                  <a:cubicBezTo>
                    <a:pt x="70983" y="5359"/>
                    <a:pt x="72673" y="1199"/>
                    <a:pt x="72673" y="1199"/>
                  </a:cubicBezTo>
                  <a:cubicBezTo>
                    <a:pt x="72618" y="219"/>
                    <a:pt x="71456" y="1"/>
                    <a:pt x="70856" y="37"/>
                  </a:cubicBezTo>
                  <a:cubicBezTo>
                    <a:pt x="66315" y="237"/>
                    <a:pt x="61393" y="11589"/>
                    <a:pt x="53183" y="15658"/>
                  </a:cubicBezTo>
                  <a:cubicBezTo>
                    <a:pt x="52039" y="15676"/>
                    <a:pt x="50876" y="15712"/>
                    <a:pt x="49696" y="15767"/>
                  </a:cubicBezTo>
                  <a:cubicBezTo>
                    <a:pt x="32713" y="16530"/>
                    <a:pt x="15802" y="21343"/>
                    <a:pt x="690" y="29371"/>
                  </a:cubicBezTo>
                  <a:cubicBezTo>
                    <a:pt x="145" y="29662"/>
                    <a:pt x="0" y="30443"/>
                    <a:pt x="400" y="30951"/>
                  </a:cubicBezTo>
                  <a:cubicBezTo>
                    <a:pt x="1907" y="32859"/>
                    <a:pt x="3778" y="34475"/>
                    <a:pt x="5776" y="35783"/>
                  </a:cubicBezTo>
                  <a:cubicBezTo>
                    <a:pt x="7502" y="35365"/>
                    <a:pt x="9209" y="34893"/>
                    <a:pt x="10935" y="34820"/>
                  </a:cubicBezTo>
                  <a:cubicBezTo>
                    <a:pt x="17274" y="34530"/>
                    <a:pt x="25356" y="40778"/>
                    <a:pt x="40923" y="40705"/>
                  </a:cubicBezTo>
                  <a:cubicBezTo>
                    <a:pt x="46917" y="50350"/>
                    <a:pt x="54872" y="58560"/>
                    <a:pt x="63845" y="64064"/>
                  </a:cubicBezTo>
                  <a:cubicBezTo>
                    <a:pt x="60521" y="56253"/>
                    <a:pt x="56889" y="48279"/>
                    <a:pt x="55999" y="39525"/>
                  </a:cubicBezTo>
                  <a:cubicBezTo>
                    <a:pt x="58015" y="39289"/>
                    <a:pt x="60049" y="39052"/>
                    <a:pt x="62083" y="38834"/>
                  </a:cubicBezTo>
                  <a:cubicBezTo>
                    <a:pt x="65189" y="38689"/>
                    <a:pt x="68223" y="40851"/>
                    <a:pt x="71147" y="40723"/>
                  </a:cubicBezTo>
                  <a:cubicBezTo>
                    <a:pt x="71147" y="40723"/>
                    <a:pt x="90110" y="33331"/>
                    <a:pt x="107656" y="32532"/>
                  </a:cubicBezTo>
                  <a:cubicBezTo>
                    <a:pt x="108146" y="32495"/>
                    <a:pt x="108655" y="32495"/>
                    <a:pt x="109145" y="32477"/>
                  </a:cubicBezTo>
                  <a:lnTo>
                    <a:pt x="109581" y="32750"/>
                  </a:lnTo>
                  <a:cubicBezTo>
                    <a:pt x="109581" y="32659"/>
                    <a:pt x="109599" y="32550"/>
                    <a:pt x="109599" y="32459"/>
                  </a:cubicBezTo>
                  <a:cubicBezTo>
                    <a:pt x="113341" y="32386"/>
                    <a:pt x="117065" y="32550"/>
                    <a:pt x="120734" y="33040"/>
                  </a:cubicBezTo>
                  <a:lnTo>
                    <a:pt x="120570" y="33531"/>
                  </a:lnTo>
                  <a:cubicBezTo>
                    <a:pt x="124203" y="45482"/>
                    <a:pt x="132104" y="51785"/>
                    <a:pt x="135337" y="53674"/>
                  </a:cubicBezTo>
                  <a:cubicBezTo>
                    <a:pt x="134229" y="49460"/>
                    <a:pt x="133285" y="45137"/>
                    <a:pt x="133103" y="40814"/>
                  </a:cubicBezTo>
                  <a:cubicBezTo>
                    <a:pt x="132449" y="26756"/>
                    <a:pt x="140786" y="21543"/>
                    <a:pt x="141876" y="10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2025400" y="1181450"/>
              <a:ext cx="33650" cy="323775"/>
            </a:xfrm>
            <a:custGeom>
              <a:avLst/>
              <a:gdLst/>
              <a:ahLst/>
              <a:cxnLst/>
              <a:rect l="l" t="t" r="r" b="b"/>
              <a:pathLst>
                <a:path w="1346" h="12951" extrusionOk="0">
                  <a:moveTo>
                    <a:pt x="528" y="0"/>
                  </a:moveTo>
                  <a:lnTo>
                    <a:pt x="528" y="37"/>
                  </a:lnTo>
                  <a:cubicBezTo>
                    <a:pt x="528" y="37"/>
                    <a:pt x="455" y="3161"/>
                    <a:pt x="528" y="4686"/>
                  </a:cubicBezTo>
                  <a:cubicBezTo>
                    <a:pt x="637" y="7338"/>
                    <a:pt x="946" y="10444"/>
                    <a:pt x="1345" y="12951"/>
                  </a:cubicBezTo>
                  <a:cubicBezTo>
                    <a:pt x="673" y="10608"/>
                    <a:pt x="201" y="8083"/>
                    <a:pt x="92" y="5576"/>
                  </a:cubicBezTo>
                  <a:cubicBezTo>
                    <a:pt x="1" y="3669"/>
                    <a:pt x="128" y="1780"/>
                    <a:pt x="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2066275" y="1194600"/>
              <a:ext cx="33625" cy="324250"/>
            </a:xfrm>
            <a:custGeom>
              <a:avLst/>
              <a:gdLst/>
              <a:ahLst/>
              <a:cxnLst/>
              <a:rect l="l" t="t" r="r" b="b"/>
              <a:pathLst>
                <a:path w="1345" h="12970" extrusionOk="0">
                  <a:moveTo>
                    <a:pt x="509" y="19"/>
                  </a:moveTo>
                  <a:lnTo>
                    <a:pt x="509" y="37"/>
                  </a:lnTo>
                  <a:cubicBezTo>
                    <a:pt x="509" y="37"/>
                    <a:pt x="437" y="3161"/>
                    <a:pt x="509" y="4687"/>
                  </a:cubicBezTo>
                  <a:cubicBezTo>
                    <a:pt x="636" y="7339"/>
                    <a:pt x="945" y="10445"/>
                    <a:pt x="1345" y="12970"/>
                  </a:cubicBezTo>
                  <a:cubicBezTo>
                    <a:pt x="673" y="10627"/>
                    <a:pt x="201" y="8084"/>
                    <a:pt x="73" y="5577"/>
                  </a:cubicBezTo>
                  <a:cubicBezTo>
                    <a:pt x="1" y="3670"/>
                    <a:pt x="110" y="1781"/>
                    <a:pt x="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2106250" y="1193250"/>
              <a:ext cx="33625" cy="323800"/>
            </a:xfrm>
            <a:custGeom>
              <a:avLst/>
              <a:gdLst/>
              <a:ahLst/>
              <a:cxnLst/>
              <a:rect l="l" t="t" r="r" b="b"/>
              <a:pathLst>
                <a:path w="1345" h="12952" extrusionOk="0">
                  <a:moveTo>
                    <a:pt x="509" y="0"/>
                  </a:moveTo>
                  <a:lnTo>
                    <a:pt x="509" y="19"/>
                  </a:lnTo>
                  <a:cubicBezTo>
                    <a:pt x="509" y="19"/>
                    <a:pt x="436" y="3143"/>
                    <a:pt x="509" y="4669"/>
                  </a:cubicBezTo>
                  <a:cubicBezTo>
                    <a:pt x="636" y="7320"/>
                    <a:pt x="945" y="10426"/>
                    <a:pt x="1344" y="12951"/>
                  </a:cubicBezTo>
                  <a:cubicBezTo>
                    <a:pt x="672" y="10608"/>
                    <a:pt x="200" y="8065"/>
                    <a:pt x="73" y="5559"/>
                  </a:cubicBezTo>
                  <a:cubicBezTo>
                    <a:pt x="0" y="3651"/>
                    <a:pt x="109" y="1762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2146200" y="1201425"/>
              <a:ext cx="33625" cy="323800"/>
            </a:xfrm>
            <a:custGeom>
              <a:avLst/>
              <a:gdLst/>
              <a:ahLst/>
              <a:cxnLst/>
              <a:rect l="l" t="t" r="r" b="b"/>
              <a:pathLst>
                <a:path w="1345" h="12952" extrusionOk="0">
                  <a:moveTo>
                    <a:pt x="527" y="0"/>
                  </a:moveTo>
                  <a:lnTo>
                    <a:pt x="527" y="37"/>
                  </a:lnTo>
                  <a:cubicBezTo>
                    <a:pt x="527" y="37"/>
                    <a:pt x="455" y="3143"/>
                    <a:pt x="527" y="4687"/>
                  </a:cubicBezTo>
                  <a:cubicBezTo>
                    <a:pt x="636" y="7320"/>
                    <a:pt x="945" y="10444"/>
                    <a:pt x="1345" y="12951"/>
                  </a:cubicBezTo>
                  <a:cubicBezTo>
                    <a:pt x="673" y="10608"/>
                    <a:pt x="200" y="8083"/>
                    <a:pt x="91" y="5577"/>
                  </a:cubicBezTo>
                  <a:cubicBezTo>
                    <a:pt x="1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2192975" y="1205975"/>
              <a:ext cx="33625" cy="323775"/>
            </a:xfrm>
            <a:custGeom>
              <a:avLst/>
              <a:gdLst/>
              <a:ahLst/>
              <a:cxnLst/>
              <a:rect l="l" t="t" r="r" b="b"/>
              <a:pathLst>
                <a:path w="1345" h="12951" extrusionOk="0">
                  <a:moveTo>
                    <a:pt x="527" y="0"/>
                  </a:moveTo>
                  <a:lnTo>
                    <a:pt x="527" y="36"/>
                  </a:lnTo>
                  <a:cubicBezTo>
                    <a:pt x="527" y="36"/>
                    <a:pt x="454" y="3161"/>
                    <a:pt x="527" y="4686"/>
                  </a:cubicBezTo>
                  <a:cubicBezTo>
                    <a:pt x="636" y="7338"/>
                    <a:pt x="945" y="10444"/>
                    <a:pt x="1344" y="12951"/>
                  </a:cubicBezTo>
                  <a:cubicBezTo>
                    <a:pt x="672" y="10608"/>
                    <a:pt x="200" y="8083"/>
                    <a:pt x="91" y="5576"/>
                  </a:cubicBezTo>
                  <a:cubicBezTo>
                    <a:pt x="0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1480675" y="1263600"/>
              <a:ext cx="46625" cy="45025"/>
            </a:xfrm>
            <a:custGeom>
              <a:avLst/>
              <a:gdLst/>
              <a:ahLst/>
              <a:cxnLst/>
              <a:rect l="l" t="t" r="r" b="b"/>
              <a:pathLst>
                <a:path w="1865" h="1801" extrusionOk="0">
                  <a:moveTo>
                    <a:pt x="928" y="0"/>
                  </a:moveTo>
                  <a:cubicBezTo>
                    <a:pt x="751" y="0"/>
                    <a:pt x="575" y="71"/>
                    <a:pt x="430" y="238"/>
                  </a:cubicBezTo>
                  <a:cubicBezTo>
                    <a:pt x="430" y="256"/>
                    <a:pt x="411" y="274"/>
                    <a:pt x="393" y="274"/>
                  </a:cubicBezTo>
                  <a:cubicBezTo>
                    <a:pt x="1" y="792"/>
                    <a:pt x="187" y="1801"/>
                    <a:pt x="883" y="1801"/>
                  </a:cubicBezTo>
                  <a:cubicBezTo>
                    <a:pt x="895" y="1801"/>
                    <a:pt x="908" y="1801"/>
                    <a:pt x="920" y="1800"/>
                  </a:cubicBezTo>
                  <a:cubicBezTo>
                    <a:pt x="1174" y="1800"/>
                    <a:pt x="1865" y="1564"/>
                    <a:pt x="1828" y="946"/>
                  </a:cubicBezTo>
                  <a:cubicBezTo>
                    <a:pt x="1815" y="441"/>
                    <a:pt x="136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5" name="Google Shape;645;p20"/>
          <p:cNvSpPr/>
          <p:nvPr/>
        </p:nvSpPr>
        <p:spPr>
          <a:xfrm flipH="1">
            <a:off x="-1212112" y="2526712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6" name="Google Shape;646;p20"/>
          <p:cNvGrpSpPr/>
          <p:nvPr/>
        </p:nvGrpSpPr>
        <p:grpSpPr>
          <a:xfrm rot="-1003667">
            <a:off x="8859779" y="3653226"/>
            <a:ext cx="637070" cy="544753"/>
            <a:chOff x="313225" y="3635825"/>
            <a:chExt cx="637125" cy="544800"/>
          </a:xfrm>
        </p:grpSpPr>
        <p:sp>
          <p:nvSpPr>
            <p:cNvPr id="647" name="Google Shape;647;p20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9" name="Google Shape;659;p20"/>
          <p:cNvGrpSpPr/>
          <p:nvPr/>
        </p:nvGrpSpPr>
        <p:grpSpPr>
          <a:xfrm>
            <a:off x="5929063" y="4744550"/>
            <a:ext cx="1399975" cy="635600"/>
            <a:chOff x="3996175" y="2416275"/>
            <a:chExt cx="1399975" cy="635600"/>
          </a:xfrm>
        </p:grpSpPr>
        <p:sp>
          <p:nvSpPr>
            <p:cNvPr id="660" name="Google Shape;660;p20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21"/>
          <p:cNvSpPr txBox="1">
            <a:spLocks noGrp="1"/>
          </p:cNvSpPr>
          <p:nvPr>
            <p:ph type="subTitle" idx="1"/>
          </p:nvPr>
        </p:nvSpPr>
        <p:spPr>
          <a:xfrm>
            <a:off x="713225" y="3288500"/>
            <a:ext cx="3692100" cy="7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21"/>
          <p:cNvSpPr txBox="1">
            <a:spLocks noGrp="1"/>
          </p:cNvSpPr>
          <p:nvPr>
            <p:ph type="subTitle" idx="2"/>
          </p:nvPr>
        </p:nvSpPr>
        <p:spPr>
          <a:xfrm>
            <a:off x="713225" y="1850674"/>
            <a:ext cx="3692100" cy="7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21"/>
          <p:cNvSpPr txBox="1">
            <a:spLocks noGrp="1"/>
          </p:cNvSpPr>
          <p:nvPr>
            <p:ph type="subTitle" idx="3"/>
          </p:nvPr>
        </p:nvSpPr>
        <p:spPr>
          <a:xfrm>
            <a:off x="713226" y="1363050"/>
            <a:ext cx="3692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671" name="Google Shape;671;p21"/>
          <p:cNvSpPr txBox="1">
            <a:spLocks noGrp="1"/>
          </p:cNvSpPr>
          <p:nvPr>
            <p:ph type="subTitle" idx="4"/>
          </p:nvPr>
        </p:nvSpPr>
        <p:spPr>
          <a:xfrm>
            <a:off x="713234" y="2800881"/>
            <a:ext cx="3692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672" name="Google Shape;672;p21"/>
          <p:cNvSpPr/>
          <p:nvPr/>
        </p:nvSpPr>
        <p:spPr>
          <a:xfrm rot="-1202675" flipH="1">
            <a:off x="8011541" y="3206816"/>
            <a:ext cx="985545" cy="1031437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3" name="Google Shape;673;p21"/>
          <p:cNvGrpSpPr/>
          <p:nvPr/>
        </p:nvGrpSpPr>
        <p:grpSpPr>
          <a:xfrm flipH="1">
            <a:off x="6142966" y="4255397"/>
            <a:ext cx="637125" cy="544800"/>
            <a:chOff x="313225" y="3635825"/>
            <a:chExt cx="637125" cy="544800"/>
          </a:xfrm>
        </p:grpSpPr>
        <p:sp>
          <p:nvSpPr>
            <p:cNvPr id="674" name="Google Shape;674;p21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1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1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21"/>
          <p:cNvSpPr/>
          <p:nvPr/>
        </p:nvSpPr>
        <p:spPr>
          <a:xfrm>
            <a:off x="4068625" y="4280623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1"/>
          <p:cNvSpPr/>
          <p:nvPr/>
        </p:nvSpPr>
        <p:spPr>
          <a:xfrm flipH="1">
            <a:off x="7516766" y="38086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21"/>
          <p:cNvGrpSpPr/>
          <p:nvPr/>
        </p:nvGrpSpPr>
        <p:grpSpPr>
          <a:xfrm flipH="1">
            <a:off x="-527575" y="4547913"/>
            <a:ext cx="1399975" cy="635600"/>
            <a:chOff x="3996175" y="2416275"/>
            <a:chExt cx="1399975" cy="635600"/>
          </a:xfrm>
        </p:grpSpPr>
        <p:sp>
          <p:nvSpPr>
            <p:cNvPr id="689" name="Google Shape;689;p21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1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" name="Google Shape;695;p21"/>
          <p:cNvSpPr/>
          <p:nvPr/>
        </p:nvSpPr>
        <p:spPr>
          <a:xfrm>
            <a:off x="8060288" y="2860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1"/>
          <p:cNvSpPr/>
          <p:nvPr/>
        </p:nvSpPr>
        <p:spPr>
          <a:xfrm rot="1410420">
            <a:off x="-470971" y="-159432"/>
            <a:ext cx="985620" cy="1031515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1"/>
          <p:cNvSpPr/>
          <p:nvPr/>
        </p:nvSpPr>
        <p:spPr>
          <a:xfrm>
            <a:off x="2464363" y="490298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7423075" y="4301025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22"/>
          <p:cNvSpPr txBox="1">
            <a:spLocks noGrp="1"/>
          </p:cNvSpPr>
          <p:nvPr>
            <p:ph type="subTitle" idx="1"/>
          </p:nvPr>
        </p:nvSpPr>
        <p:spPr>
          <a:xfrm>
            <a:off x="4814740" y="1473025"/>
            <a:ext cx="3163200" cy="27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22"/>
          <p:cNvSpPr txBox="1">
            <a:spLocks noGrp="1"/>
          </p:cNvSpPr>
          <p:nvPr>
            <p:ph type="subTitle" idx="2"/>
          </p:nvPr>
        </p:nvSpPr>
        <p:spPr>
          <a:xfrm>
            <a:off x="1166050" y="1473025"/>
            <a:ext cx="3163200" cy="27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3" name="Google Shape;703;p22"/>
          <p:cNvGrpSpPr/>
          <p:nvPr/>
        </p:nvGrpSpPr>
        <p:grpSpPr>
          <a:xfrm rot="1403787">
            <a:off x="497468" y="4204729"/>
            <a:ext cx="637139" cy="544812"/>
            <a:chOff x="313225" y="3635825"/>
            <a:chExt cx="637125" cy="544800"/>
          </a:xfrm>
        </p:grpSpPr>
        <p:sp>
          <p:nvSpPr>
            <p:cNvPr id="704" name="Google Shape;704;p2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22"/>
          <p:cNvGrpSpPr/>
          <p:nvPr/>
        </p:nvGrpSpPr>
        <p:grpSpPr>
          <a:xfrm rot="-917056">
            <a:off x="8534263" y="1246212"/>
            <a:ext cx="637105" cy="544783"/>
            <a:chOff x="313225" y="3635825"/>
            <a:chExt cx="637125" cy="544800"/>
          </a:xfrm>
        </p:grpSpPr>
        <p:sp>
          <p:nvSpPr>
            <p:cNvPr id="717" name="Google Shape;717;p2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9" name="Google Shape;729;p22"/>
          <p:cNvSpPr/>
          <p:nvPr/>
        </p:nvSpPr>
        <p:spPr>
          <a:xfrm rot="-252871">
            <a:off x="-274506" y="3178648"/>
            <a:ext cx="985661" cy="103155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2"/>
          <p:cNvSpPr/>
          <p:nvPr/>
        </p:nvSpPr>
        <p:spPr>
          <a:xfrm rot="-5400000" flipH="1">
            <a:off x="6867259" y="302331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2"/>
          <p:cNvSpPr/>
          <p:nvPr/>
        </p:nvSpPr>
        <p:spPr>
          <a:xfrm flipH="1">
            <a:off x="7854975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2"/>
          <p:cNvSpPr/>
          <p:nvPr/>
        </p:nvSpPr>
        <p:spPr>
          <a:xfrm>
            <a:off x="8062900" y="1786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2"/>
          <p:cNvSpPr/>
          <p:nvPr/>
        </p:nvSpPr>
        <p:spPr>
          <a:xfrm>
            <a:off x="2070100" y="48485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4" name="Google Shape;734;p22"/>
          <p:cNvGrpSpPr/>
          <p:nvPr/>
        </p:nvGrpSpPr>
        <p:grpSpPr>
          <a:xfrm>
            <a:off x="-233937" y="-190587"/>
            <a:ext cx="1399975" cy="635600"/>
            <a:chOff x="3996175" y="2416275"/>
            <a:chExt cx="1399975" cy="635600"/>
          </a:xfrm>
        </p:grpSpPr>
        <p:sp>
          <p:nvSpPr>
            <p:cNvPr id="735" name="Google Shape;735;p22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22"/>
          <p:cNvSpPr/>
          <p:nvPr/>
        </p:nvSpPr>
        <p:spPr>
          <a:xfrm>
            <a:off x="-59530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23"/>
          <p:cNvSpPr txBox="1">
            <a:spLocks noGrp="1"/>
          </p:cNvSpPr>
          <p:nvPr>
            <p:ph type="subTitle" idx="1"/>
          </p:nvPr>
        </p:nvSpPr>
        <p:spPr>
          <a:xfrm>
            <a:off x="937626" y="25235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23"/>
          <p:cNvSpPr txBox="1">
            <a:spLocks noGrp="1"/>
          </p:cNvSpPr>
          <p:nvPr>
            <p:ph type="subTitle" idx="2"/>
          </p:nvPr>
        </p:nvSpPr>
        <p:spPr>
          <a:xfrm>
            <a:off x="3484347" y="25235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23"/>
          <p:cNvSpPr txBox="1">
            <a:spLocks noGrp="1"/>
          </p:cNvSpPr>
          <p:nvPr>
            <p:ph type="subTitle" idx="3"/>
          </p:nvPr>
        </p:nvSpPr>
        <p:spPr>
          <a:xfrm>
            <a:off x="6031074" y="25235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23"/>
          <p:cNvSpPr txBox="1">
            <a:spLocks noGrp="1"/>
          </p:cNvSpPr>
          <p:nvPr>
            <p:ph type="subTitle" idx="4"/>
          </p:nvPr>
        </p:nvSpPr>
        <p:spPr>
          <a:xfrm>
            <a:off x="937625" y="20689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48" name="Google Shape;748;p23"/>
          <p:cNvSpPr txBox="1">
            <a:spLocks noGrp="1"/>
          </p:cNvSpPr>
          <p:nvPr>
            <p:ph type="subTitle" idx="5"/>
          </p:nvPr>
        </p:nvSpPr>
        <p:spPr>
          <a:xfrm>
            <a:off x="3484350" y="20689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49" name="Google Shape;749;p23"/>
          <p:cNvSpPr txBox="1">
            <a:spLocks noGrp="1"/>
          </p:cNvSpPr>
          <p:nvPr>
            <p:ph type="subTitle" idx="6"/>
          </p:nvPr>
        </p:nvSpPr>
        <p:spPr>
          <a:xfrm>
            <a:off x="6031075" y="20689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479975" y="431204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1" name="Google Shape;751;p23"/>
          <p:cNvGrpSpPr/>
          <p:nvPr/>
        </p:nvGrpSpPr>
        <p:grpSpPr>
          <a:xfrm rot="1169587">
            <a:off x="-146533" y="3652749"/>
            <a:ext cx="637137" cy="544811"/>
            <a:chOff x="313225" y="3635825"/>
            <a:chExt cx="637125" cy="544800"/>
          </a:xfrm>
        </p:grpSpPr>
        <p:sp>
          <p:nvSpPr>
            <p:cNvPr id="752" name="Google Shape;752;p2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23"/>
          <p:cNvGrpSpPr/>
          <p:nvPr/>
        </p:nvGrpSpPr>
        <p:grpSpPr>
          <a:xfrm rot="-256012">
            <a:off x="6480881" y="4036262"/>
            <a:ext cx="637107" cy="544785"/>
            <a:chOff x="313225" y="3635825"/>
            <a:chExt cx="637125" cy="544800"/>
          </a:xfrm>
        </p:grpSpPr>
        <p:sp>
          <p:nvSpPr>
            <p:cNvPr id="765" name="Google Shape;765;p2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23"/>
          <p:cNvSpPr/>
          <p:nvPr/>
        </p:nvSpPr>
        <p:spPr>
          <a:xfrm>
            <a:off x="5557326" y="43726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3"/>
          <p:cNvSpPr/>
          <p:nvPr/>
        </p:nvSpPr>
        <p:spPr>
          <a:xfrm>
            <a:off x="-290500" y="38095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3"/>
          <p:cNvSpPr/>
          <p:nvPr/>
        </p:nvSpPr>
        <p:spPr>
          <a:xfrm rot="-5400000">
            <a:off x="7562083" y="3247564"/>
            <a:ext cx="1747178" cy="2046394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3"/>
          <p:cNvSpPr/>
          <p:nvPr/>
        </p:nvSpPr>
        <p:spPr>
          <a:xfrm rot="-2338027">
            <a:off x="4585097" y="4289552"/>
            <a:ext cx="985731" cy="1031631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3"/>
          <p:cNvSpPr/>
          <p:nvPr/>
        </p:nvSpPr>
        <p:spPr>
          <a:xfrm rot="-9460092">
            <a:off x="8236016" y="-401996"/>
            <a:ext cx="985766" cy="103166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23"/>
          <p:cNvSpPr/>
          <p:nvPr/>
        </p:nvSpPr>
        <p:spPr>
          <a:xfrm>
            <a:off x="8424000" y="1674524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3"/>
          <p:cNvSpPr/>
          <p:nvPr/>
        </p:nvSpPr>
        <p:spPr>
          <a:xfrm flipH="1">
            <a:off x="-401400" y="1748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4" name="Google Shape;784;p23"/>
          <p:cNvGrpSpPr/>
          <p:nvPr/>
        </p:nvGrpSpPr>
        <p:grpSpPr>
          <a:xfrm>
            <a:off x="-442912" y="1225525"/>
            <a:ext cx="1399975" cy="635600"/>
            <a:chOff x="3996175" y="2416275"/>
            <a:chExt cx="1399975" cy="635600"/>
          </a:xfrm>
        </p:grpSpPr>
        <p:sp>
          <p:nvSpPr>
            <p:cNvPr id="785" name="Google Shape;785;p2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TWO_COLUMNS_1_2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4"/>
          <p:cNvSpPr txBox="1">
            <a:spLocks noGrp="1"/>
          </p:cNvSpPr>
          <p:nvPr>
            <p:ph type="subTitle" idx="1"/>
          </p:nvPr>
        </p:nvSpPr>
        <p:spPr>
          <a:xfrm>
            <a:off x="3491400" y="3669500"/>
            <a:ext cx="21612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24"/>
          <p:cNvSpPr txBox="1">
            <a:spLocks noGrp="1"/>
          </p:cNvSpPr>
          <p:nvPr>
            <p:ph type="subTitle" idx="2"/>
          </p:nvPr>
        </p:nvSpPr>
        <p:spPr>
          <a:xfrm>
            <a:off x="838177" y="3669500"/>
            <a:ext cx="21612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24"/>
          <p:cNvSpPr txBox="1">
            <a:spLocks noGrp="1"/>
          </p:cNvSpPr>
          <p:nvPr>
            <p:ph type="subTitle" idx="3"/>
          </p:nvPr>
        </p:nvSpPr>
        <p:spPr>
          <a:xfrm>
            <a:off x="838174" y="3181875"/>
            <a:ext cx="2161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96" name="Google Shape;796;p24"/>
          <p:cNvSpPr txBox="1">
            <a:spLocks noGrp="1"/>
          </p:cNvSpPr>
          <p:nvPr>
            <p:ph type="subTitle" idx="4"/>
          </p:nvPr>
        </p:nvSpPr>
        <p:spPr>
          <a:xfrm>
            <a:off x="3491401" y="3181875"/>
            <a:ext cx="2161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97" name="Google Shape;797;p24"/>
          <p:cNvSpPr txBox="1">
            <a:spLocks noGrp="1"/>
          </p:cNvSpPr>
          <p:nvPr>
            <p:ph type="subTitle" idx="5"/>
          </p:nvPr>
        </p:nvSpPr>
        <p:spPr>
          <a:xfrm>
            <a:off x="6144625" y="3669500"/>
            <a:ext cx="21612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24"/>
          <p:cNvSpPr txBox="1">
            <a:spLocks noGrp="1"/>
          </p:cNvSpPr>
          <p:nvPr>
            <p:ph type="subTitle" idx="6"/>
          </p:nvPr>
        </p:nvSpPr>
        <p:spPr>
          <a:xfrm>
            <a:off x="6144627" y="3181875"/>
            <a:ext cx="2161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grpSp>
        <p:nvGrpSpPr>
          <p:cNvPr id="799" name="Google Shape;799;p24"/>
          <p:cNvGrpSpPr/>
          <p:nvPr/>
        </p:nvGrpSpPr>
        <p:grpSpPr>
          <a:xfrm rot="881114">
            <a:off x="58644" y="4135911"/>
            <a:ext cx="637103" cy="544781"/>
            <a:chOff x="313225" y="3635825"/>
            <a:chExt cx="637125" cy="544800"/>
          </a:xfrm>
        </p:grpSpPr>
        <p:sp>
          <p:nvSpPr>
            <p:cNvPr id="800" name="Google Shape;800;p24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24"/>
          <p:cNvGrpSpPr/>
          <p:nvPr/>
        </p:nvGrpSpPr>
        <p:grpSpPr>
          <a:xfrm rot="-131707">
            <a:off x="6633632" y="4692195"/>
            <a:ext cx="637083" cy="544764"/>
            <a:chOff x="313225" y="3635825"/>
            <a:chExt cx="637125" cy="544800"/>
          </a:xfrm>
        </p:grpSpPr>
        <p:sp>
          <p:nvSpPr>
            <p:cNvPr id="813" name="Google Shape;813;p24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5" name="Google Shape;825;p24"/>
          <p:cNvSpPr/>
          <p:nvPr/>
        </p:nvSpPr>
        <p:spPr>
          <a:xfrm flipH="1">
            <a:off x="8029213" y="38086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4"/>
          <p:cNvSpPr/>
          <p:nvPr/>
        </p:nvSpPr>
        <p:spPr>
          <a:xfrm rot="5523812">
            <a:off x="-394712" y="-159453"/>
            <a:ext cx="985637" cy="1031533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7" name="Google Shape;827;p24"/>
          <p:cNvGrpSpPr/>
          <p:nvPr/>
        </p:nvGrpSpPr>
        <p:grpSpPr>
          <a:xfrm flipH="1">
            <a:off x="8506963" y="152400"/>
            <a:ext cx="1399975" cy="635600"/>
            <a:chOff x="3996175" y="2416275"/>
            <a:chExt cx="1399975" cy="635600"/>
          </a:xfrm>
        </p:grpSpPr>
        <p:sp>
          <p:nvSpPr>
            <p:cNvPr id="828" name="Google Shape;828;p24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4" name="Google Shape;834;p24"/>
          <p:cNvSpPr/>
          <p:nvPr/>
        </p:nvSpPr>
        <p:spPr>
          <a:xfrm>
            <a:off x="6414588" y="1203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4"/>
          <p:cNvSpPr/>
          <p:nvPr/>
        </p:nvSpPr>
        <p:spPr>
          <a:xfrm>
            <a:off x="-1322362" y="180363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4"/>
          <p:cNvSpPr/>
          <p:nvPr/>
        </p:nvSpPr>
        <p:spPr>
          <a:xfrm>
            <a:off x="-76188" y="419249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4"/>
          <p:cNvSpPr/>
          <p:nvPr/>
        </p:nvSpPr>
        <p:spPr>
          <a:xfrm>
            <a:off x="8475450" y="3742913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25"/>
          <p:cNvSpPr txBox="1">
            <a:spLocks noGrp="1"/>
          </p:cNvSpPr>
          <p:nvPr>
            <p:ph type="subTitle" idx="1"/>
          </p:nvPr>
        </p:nvSpPr>
        <p:spPr>
          <a:xfrm>
            <a:off x="1441561" y="1976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25"/>
          <p:cNvSpPr txBox="1">
            <a:spLocks noGrp="1"/>
          </p:cNvSpPr>
          <p:nvPr>
            <p:ph type="subTitle" idx="2"/>
          </p:nvPr>
        </p:nvSpPr>
        <p:spPr>
          <a:xfrm>
            <a:off x="5724239" y="1976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5"/>
          <p:cNvSpPr txBox="1">
            <a:spLocks noGrp="1"/>
          </p:cNvSpPr>
          <p:nvPr>
            <p:ph type="subTitle" idx="3"/>
          </p:nvPr>
        </p:nvSpPr>
        <p:spPr>
          <a:xfrm>
            <a:off x="1441561" y="34095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5"/>
          <p:cNvSpPr txBox="1">
            <a:spLocks noGrp="1"/>
          </p:cNvSpPr>
          <p:nvPr>
            <p:ph type="subTitle" idx="4"/>
          </p:nvPr>
        </p:nvSpPr>
        <p:spPr>
          <a:xfrm>
            <a:off x="5724239" y="34095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5"/>
          <p:cNvSpPr txBox="1">
            <a:spLocks noGrp="1"/>
          </p:cNvSpPr>
          <p:nvPr>
            <p:ph type="subTitle" idx="5"/>
          </p:nvPr>
        </p:nvSpPr>
        <p:spPr>
          <a:xfrm>
            <a:off x="1441561" y="1692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45" name="Google Shape;845;p25"/>
          <p:cNvSpPr txBox="1">
            <a:spLocks noGrp="1"/>
          </p:cNvSpPr>
          <p:nvPr>
            <p:ph type="subTitle" idx="6"/>
          </p:nvPr>
        </p:nvSpPr>
        <p:spPr>
          <a:xfrm>
            <a:off x="1441561" y="3126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46" name="Google Shape;846;p25"/>
          <p:cNvSpPr txBox="1">
            <a:spLocks noGrp="1"/>
          </p:cNvSpPr>
          <p:nvPr>
            <p:ph type="subTitle" idx="7"/>
          </p:nvPr>
        </p:nvSpPr>
        <p:spPr>
          <a:xfrm>
            <a:off x="5724236" y="1692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47" name="Google Shape;847;p25"/>
          <p:cNvSpPr txBox="1">
            <a:spLocks noGrp="1"/>
          </p:cNvSpPr>
          <p:nvPr>
            <p:ph type="subTitle" idx="8"/>
          </p:nvPr>
        </p:nvSpPr>
        <p:spPr>
          <a:xfrm>
            <a:off x="5724236" y="3126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grpSp>
        <p:nvGrpSpPr>
          <p:cNvPr id="848" name="Google Shape;848;p25"/>
          <p:cNvGrpSpPr/>
          <p:nvPr/>
        </p:nvGrpSpPr>
        <p:grpSpPr>
          <a:xfrm rot="-609221">
            <a:off x="7313577" y="4529277"/>
            <a:ext cx="637165" cy="544834"/>
            <a:chOff x="313225" y="3635825"/>
            <a:chExt cx="637125" cy="544800"/>
          </a:xfrm>
        </p:grpSpPr>
        <p:sp>
          <p:nvSpPr>
            <p:cNvPr id="849" name="Google Shape;849;p25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5"/>
          <p:cNvSpPr/>
          <p:nvPr/>
        </p:nvSpPr>
        <p:spPr>
          <a:xfrm rot="278333">
            <a:off x="-160619" y="2987313"/>
            <a:ext cx="985678" cy="1031577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5"/>
          <p:cNvSpPr/>
          <p:nvPr/>
        </p:nvSpPr>
        <p:spPr>
          <a:xfrm rot="5400000">
            <a:off x="-1909028" y="14484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/>
          <p:nvPr/>
        </p:nvSpPr>
        <p:spPr>
          <a:xfrm>
            <a:off x="-142588" y="3418890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5"/>
          <p:cNvSpPr/>
          <p:nvPr/>
        </p:nvSpPr>
        <p:spPr>
          <a:xfrm flipH="1">
            <a:off x="5499322" y="455953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5"/>
          <p:cNvSpPr/>
          <p:nvPr/>
        </p:nvSpPr>
        <p:spPr>
          <a:xfrm flipH="1">
            <a:off x="7596675" y="15514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6" name="Google Shape;866;p25"/>
          <p:cNvGrpSpPr/>
          <p:nvPr/>
        </p:nvGrpSpPr>
        <p:grpSpPr>
          <a:xfrm flipH="1">
            <a:off x="8381688" y="3582238"/>
            <a:ext cx="1399975" cy="635600"/>
            <a:chOff x="3996175" y="2416275"/>
            <a:chExt cx="1399975" cy="635600"/>
          </a:xfrm>
        </p:grpSpPr>
        <p:sp>
          <p:nvSpPr>
            <p:cNvPr id="867" name="Google Shape;867;p2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25"/>
          <p:cNvGrpSpPr/>
          <p:nvPr/>
        </p:nvGrpSpPr>
        <p:grpSpPr>
          <a:xfrm>
            <a:off x="236413" y="-190587"/>
            <a:ext cx="1399975" cy="635600"/>
            <a:chOff x="3996175" y="2416275"/>
            <a:chExt cx="1399975" cy="635600"/>
          </a:xfrm>
        </p:grpSpPr>
        <p:sp>
          <p:nvSpPr>
            <p:cNvPr id="874" name="Google Shape;874;p2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0" name="Google Shape;880;p25"/>
          <p:cNvSpPr/>
          <p:nvPr/>
        </p:nvSpPr>
        <p:spPr>
          <a:xfrm flipH="1">
            <a:off x="1779025" y="476999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6"/>
          <p:cNvSpPr txBox="1">
            <a:spLocks noGrp="1"/>
          </p:cNvSpPr>
          <p:nvPr>
            <p:ph type="subTitle" idx="1"/>
          </p:nvPr>
        </p:nvSpPr>
        <p:spPr>
          <a:xfrm>
            <a:off x="989850" y="2094903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26"/>
          <p:cNvSpPr txBox="1">
            <a:spLocks noGrp="1"/>
          </p:cNvSpPr>
          <p:nvPr>
            <p:ph type="subTitle" idx="2"/>
          </p:nvPr>
        </p:nvSpPr>
        <p:spPr>
          <a:xfrm>
            <a:off x="3548763" y="2094903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26"/>
          <p:cNvSpPr txBox="1">
            <a:spLocks noGrp="1"/>
          </p:cNvSpPr>
          <p:nvPr>
            <p:ph type="subTitle" idx="3"/>
          </p:nvPr>
        </p:nvSpPr>
        <p:spPr>
          <a:xfrm>
            <a:off x="989850" y="3375875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26"/>
          <p:cNvSpPr txBox="1">
            <a:spLocks noGrp="1"/>
          </p:cNvSpPr>
          <p:nvPr>
            <p:ph type="subTitle" idx="4"/>
          </p:nvPr>
        </p:nvSpPr>
        <p:spPr>
          <a:xfrm>
            <a:off x="3548763" y="3375875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7" name="Google Shape;887;p26"/>
          <p:cNvSpPr txBox="1">
            <a:spLocks noGrp="1"/>
          </p:cNvSpPr>
          <p:nvPr>
            <p:ph type="subTitle" idx="5"/>
          </p:nvPr>
        </p:nvSpPr>
        <p:spPr>
          <a:xfrm>
            <a:off x="6107676" y="2094903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8" name="Google Shape;888;p26"/>
          <p:cNvSpPr txBox="1">
            <a:spLocks noGrp="1"/>
          </p:cNvSpPr>
          <p:nvPr>
            <p:ph type="subTitle" idx="6"/>
          </p:nvPr>
        </p:nvSpPr>
        <p:spPr>
          <a:xfrm>
            <a:off x="6107676" y="3375875"/>
            <a:ext cx="20463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6"/>
          <p:cNvSpPr txBox="1">
            <a:spLocks noGrp="1"/>
          </p:cNvSpPr>
          <p:nvPr>
            <p:ph type="subTitle" idx="7"/>
          </p:nvPr>
        </p:nvSpPr>
        <p:spPr>
          <a:xfrm>
            <a:off x="988287" y="1833400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90" name="Google Shape;890;p26"/>
          <p:cNvSpPr txBox="1">
            <a:spLocks noGrp="1"/>
          </p:cNvSpPr>
          <p:nvPr>
            <p:ph type="subTitle" idx="8"/>
          </p:nvPr>
        </p:nvSpPr>
        <p:spPr>
          <a:xfrm>
            <a:off x="3547200" y="1833400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91" name="Google Shape;891;p26"/>
          <p:cNvSpPr txBox="1">
            <a:spLocks noGrp="1"/>
          </p:cNvSpPr>
          <p:nvPr>
            <p:ph type="subTitle" idx="9"/>
          </p:nvPr>
        </p:nvSpPr>
        <p:spPr>
          <a:xfrm>
            <a:off x="6106113" y="1833400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92" name="Google Shape;892;p26"/>
          <p:cNvSpPr txBox="1">
            <a:spLocks noGrp="1"/>
          </p:cNvSpPr>
          <p:nvPr>
            <p:ph type="subTitle" idx="13"/>
          </p:nvPr>
        </p:nvSpPr>
        <p:spPr>
          <a:xfrm>
            <a:off x="988287" y="3113247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93" name="Google Shape;893;p26"/>
          <p:cNvSpPr txBox="1">
            <a:spLocks noGrp="1"/>
          </p:cNvSpPr>
          <p:nvPr>
            <p:ph type="subTitle" idx="14"/>
          </p:nvPr>
        </p:nvSpPr>
        <p:spPr>
          <a:xfrm>
            <a:off x="3547200" y="3113247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894" name="Google Shape;894;p26"/>
          <p:cNvSpPr txBox="1">
            <a:spLocks noGrp="1"/>
          </p:cNvSpPr>
          <p:nvPr>
            <p:ph type="subTitle" idx="15"/>
          </p:nvPr>
        </p:nvSpPr>
        <p:spPr>
          <a:xfrm>
            <a:off x="6106113" y="3113247"/>
            <a:ext cx="2049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grpSp>
        <p:nvGrpSpPr>
          <p:cNvPr id="895" name="Google Shape;895;p26"/>
          <p:cNvGrpSpPr/>
          <p:nvPr/>
        </p:nvGrpSpPr>
        <p:grpSpPr>
          <a:xfrm rot="-1388395">
            <a:off x="8318094" y="3925532"/>
            <a:ext cx="637161" cy="544831"/>
            <a:chOff x="313225" y="3635825"/>
            <a:chExt cx="637125" cy="544800"/>
          </a:xfrm>
        </p:grpSpPr>
        <p:sp>
          <p:nvSpPr>
            <p:cNvPr id="896" name="Google Shape;896;p26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8" name="Google Shape;908;p26"/>
          <p:cNvSpPr/>
          <p:nvPr/>
        </p:nvSpPr>
        <p:spPr>
          <a:xfrm rot="-966141">
            <a:off x="-508449" y="3786298"/>
            <a:ext cx="985627" cy="1031523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6"/>
          <p:cNvSpPr/>
          <p:nvPr/>
        </p:nvSpPr>
        <p:spPr>
          <a:xfrm rot="-5400000">
            <a:off x="7992162" y="3738236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-763928" y="450411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6"/>
          <p:cNvSpPr/>
          <p:nvPr/>
        </p:nvSpPr>
        <p:spPr>
          <a:xfrm rot="-8805182">
            <a:off x="8593309" y="2055992"/>
            <a:ext cx="985620" cy="103151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6"/>
          <p:cNvSpPr/>
          <p:nvPr/>
        </p:nvSpPr>
        <p:spPr>
          <a:xfrm>
            <a:off x="-446050" y="1977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6"/>
          <p:cNvSpPr/>
          <p:nvPr/>
        </p:nvSpPr>
        <p:spPr>
          <a:xfrm>
            <a:off x="8629150" y="11105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4" name="Google Shape;914;p26"/>
          <p:cNvGrpSpPr/>
          <p:nvPr/>
        </p:nvGrpSpPr>
        <p:grpSpPr>
          <a:xfrm>
            <a:off x="-781787" y="1010138"/>
            <a:ext cx="1399975" cy="635600"/>
            <a:chOff x="3996175" y="2416275"/>
            <a:chExt cx="1399975" cy="635600"/>
          </a:xfrm>
        </p:grpSpPr>
        <p:sp>
          <p:nvSpPr>
            <p:cNvPr id="915" name="Google Shape;915;p2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26"/>
          <p:cNvGrpSpPr/>
          <p:nvPr/>
        </p:nvGrpSpPr>
        <p:grpSpPr>
          <a:xfrm>
            <a:off x="5793113" y="4621688"/>
            <a:ext cx="1399975" cy="635600"/>
            <a:chOff x="3996175" y="2416275"/>
            <a:chExt cx="1399975" cy="635600"/>
          </a:xfrm>
        </p:grpSpPr>
        <p:sp>
          <p:nvSpPr>
            <p:cNvPr id="922" name="Google Shape;922;p2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7"/>
          <p:cNvSpPr txBox="1">
            <a:spLocks noGrp="1"/>
          </p:cNvSpPr>
          <p:nvPr>
            <p:ph type="title" hasCustomPrompt="1"/>
          </p:nvPr>
        </p:nvSpPr>
        <p:spPr>
          <a:xfrm>
            <a:off x="3637725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0" name="Google Shape;930;p27"/>
          <p:cNvSpPr txBox="1">
            <a:spLocks noGrp="1"/>
          </p:cNvSpPr>
          <p:nvPr>
            <p:ph type="subTitle" idx="1"/>
          </p:nvPr>
        </p:nvSpPr>
        <p:spPr>
          <a:xfrm>
            <a:off x="3637725" y="1428226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31" name="Google Shape;931;p27"/>
          <p:cNvSpPr txBox="1">
            <a:spLocks noGrp="1"/>
          </p:cNvSpPr>
          <p:nvPr>
            <p:ph type="title" idx="2" hasCustomPrompt="1"/>
          </p:nvPr>
        </p:nvSpPr>
        <p:spPr>
          <a:xfrm>
            <a:off x="3637725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2" name="Google Shape;932;p27"/>
          <p:cNvSpPr txBox="1">
            <a:spLocks noGrp="1"/>
          </p:cNvSpPr>
          <p:nvPr>
            <p:ph type="subTitle" idx="3"/>
          </p:nvPr>
        </p:nvSpPr>
        <p:spPr>
          <a:xfrm>
            <a:off x="3637725" y="2728503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33" name="Google Shape;933;p27"/>
          <p:cNvSpPr txBox="1">
            <a:spLocks noGrp="1"/>
          </p:cNvSpPr>
          <p:nvPr>
            <p:ph type="title" idx="4" hasCustomPrompt="1"/>
          </p:nvPr>
        </p:nvSpPr>
        <p:spPr>
          <a:xfrm>
            <a:off x="3637725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4" name="Google Shape;934;p27"/>
          <p:cNvSpPr txBox="1">
            <a:spLocks noGrp="1"/>
          </p:cNvSpPr>
          <p:nvPr>
            <p:ph type="subTitle" idx="5"/>
          </p:nvPr>
        </p:nvSpPr>
        <p:spPr>
          <a:xfrm>
            <a:off x="3637725" y="4028781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35" name="Google Shape;935;p27"/>
          <p:cNvSpPr/>
          <p:nvPr/>
        </p:nvSpPr>
        <p:spPr>
          <a:xfrm>
            <a:off x="2566475" y="4803949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6" name="Google Shape;936;p27"/>
          <p:cNvGrpSpPr/>
          <p:nvPr/>
        </p:nvGrpSpPr>
        <p:grpSpPr>
          <a:xfrm>
            <a:off x="13238" y="2813013"/>
            <a:ext cx="1399975" cy="635600"/>
            <a:chOff x="3996175" y="2416275"/>
            <a:chExt cx="1399975" cy="635600"/>
          </a:xfrm>
        </p:grpSpPr>
        <p:sp>
          <p:nvSpPr>
            <p:cNvPr id="937" name="Google Shape;937;p27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27"/>
          <p:cNvGrpSpPr/>
          <p:nvPr/>
        </p:nvGrpSpPr>
        <p:grpSpPr>
          <a:xfrm rot="2040855">
            <a:off x="1026875" y="4127557"/>
            <a:ext cx="637126" cy="544801"/>
            <a:chOff x="313225" y="3635825"/>
            <a:chExt cx="637125" cy="544800"/>
          </a:xfrm>
        </p:grpSpPr>
        <p:sp>
          <p:nvSpPr>
            <p:cNvPr id="944" name="Google Shape;944;p27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6" name="Google Shape;956;p27"/>
          <p:cNvSpPr/>
          <p:nvPr/>
        </p:nvSpPr>
        <p:spPr>
          <a:xfrm>
            <a:off x="-13228" y="38086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7"/>
          <p:cNvSpPr/>
          <p:nvPr/>
        </p:nvSpPr>
        <p:spPr>
          <a:xfrm rot="-3371202">
            <a:off x="8297161" y="4323588"/>
            <a:ext cx="985745" cy="103164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7"/>
          <p:cNvSpPr/>
          <p:nvPr/>
        </p:nvSpPr>
        <p:spPr>
          <a:xfrm flipH="1">
            <a:off x="8148800" y="2303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9" name="Google Shape;959;p27"/>
          <p:cNvGrpSpPr/>
          <p:nvPr/>
        </p:nvGrpSpPr>
        <p:grpSpPr>
          <a:xfrm>
            <a:off x="2936888" y="-269362"/>
            <a:ext cx="1399975" cy="635600"/>
            <a:chOff x="3996175" y="2416275"/>
            <a:chExt cx="1399975" cy="635600"/>
          </a:xfrm>
        </p:grpSpPr>
        <p:sp>
          <p:nvSpPr>
            <p:cNvPr id="960" name="Google Shape;960;p27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6" name="Google Shape;966;p27"/>
          <p:cNvSpPr/>
          <p:nvPr/>
        </p:nvSpPr>
        <p:spPr>
          <a:xfrm rot="5400000">
            <a:off x="-1824927" y="171656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8"/>
          <p:cNvSpPr txBox="1">
            <a:spLocks noGrp="1"/>
          </p:cNvSpPr>
          <p:nvPr>
            <p:ph type="title" hasCustomPrompt="1"/>
          </p:nvPr>
        </p:nvSpPr>
        <p:spPr>
          <a:xfrm>
            <a:off x="1325650" y="3022373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9" name="Google Shape;969;p28"/>
          <p:cNvSpPr txBox="1">
            <a:spLocks noGrp="1"/>
          </p:cNvSpPr>
          <p:nvPr>
            <p:ph type="subTitle" idx="1"/>
          </p:nvPr>
        </p:nvSpPr>
        <p:spPr>
          <a:xfrm>
            <a:off x="938500" y="38577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0" name="Google Shape;970;p28"/>
          <p:cNvSpPr txBox="1">
            <a:spLocks noGrp="1"/>
          </p:cNvSpPr>
          <p:nvPr>
            <p:ph type="subTitle" idx="2"/>
          </p:nvPr>
        </p:nvSpPr>
        <p:spPr>
          <a:xfrm>
            <a:off x="938500" y="35019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971" name="Google Shape;971;p28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3022373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2" name="Google Shape;972;p28"/>
          <p:cNvSpPr txBox="1">
            <a:spLocks noGrp="1"/>
          </p:cNvSpPr>
          <p:nvPr>
            <p:ph type="subTitle" idx="4"/>
          </p:nvPr>
        </p:nvSpPr>
        <p:spPr>
          <a:xfrm>
            <a:off x="3485400" y="38577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3" name="Google Shape;973;p28"/>
          <p:cNvSpPr txBox="1">
            <a:spLocks noGrp="1"/>
          </p:cNvSpPr>
          <p:nvPr>
            <p:ph type="subTitle" idx="5"/>
          </p:nvPr>
        </p:nvSpPr>
        <p:spPr>
          <a:xfrm>
            <a:off x="3485400" y="35019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974" name="Google Shape;974;p28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3022373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5" name="Google Shape;975;p28"/>
          <p:cNvSpPr txBox="1">
            <a:spLocks noGrp="1"/>
          </p:cNvSpPr>
          <p:nvPr>
            <p:ph type="subTitle" idx="7"/>
          </p:nvPr>
        </p:nvSpPr>
        <p:spPr>
          <a:xfrm>
            <a:off x="6032300" y="3857775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6" name="Google Shape;976;p28"/>
          <p:cNvSpPr txBox="1">
            <a:spLocks noGrp="1"/>
          </p:cNvSpPr>
          <p:nvPr>
            <p:ph type="subTitle" idx="8"/>
          </p:nvPr>
        </p:nvSpPr>
        <p:spPr>
          <a:xfrm>
            <a:off x="6032300" y="350190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977" name="Google Shape;977;p28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78" name="Google Shape;978;p28"/>
          <p:cNvGrpSpPr/>
          <p:nvPr/>
        </p:nvGrpSpPr>
        <p:grpSpPr>
          <a:xfrm rot="2700000">
            <a:off x="11489" y="3497778"/>
            <a:ext cx="637119" cy="544795"/>
            <a:chOff x="313225" y="3635825"/>
            <a:chExt cx="637125" cy="544800"/>
          </a:xfrm>
        </p:grpSpPr>
        <p:sp>
          <p:nvSpPr>
            <p:cNvPr id="979" name="Google Shape;979;p28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1" name="Google Shape;991;p28"/>
          <p:cNvSpPr/>
          <p:nvPr/>
        </p:nvSpPr>
        <p:spPr>
          <a:xfrm flipH="1">
            <a:off x="7990422" y="37899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8"/>
          <p:cNvSpPr/>
          <p:nvPr/>
        </p:nvSpPr>
        <p:spPr>
          <a:xfrm rot="5400000" flipH="1">
            <a:off x="-539228" y="3662426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3" name="Google Shape;993;p28"/>
          <p:cNvGrpSpPr/>
          <p:nvPr/>
        </p:nvGrpSpPr>
        <p:grpSpPr>
          <a:xfrm>
            <a:off x="-652062" y="616963"/>
            <a:ext cx="1399975" cy="635600"/>
            <a:chOff x="3996175" y="2416275"/>
            <a:chExt cx="1399975" cy="635600"/>
          </a:xfrm>
        </p:grpSpPr>
        <p:sp>
          <p:nvSpPr>
            <p:cNvPr id="994" name="Google Shape;994;p28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28"/>
          <p:cNvSpPr/>
          <p:nvPr/>
        </p:nvSpPr>
        <p:spPr>
          <a:xfrm>
            <a:off x="8572525" y="101772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8"/>
          <p:cNvSpPr/>
          <p:nvPr/>
        </p:nvSpPr>
        <p:spPr>
          <a:xfrm rot="-6687223">
            <a:off x="8439096" y="2925336"/>
            <a:ext cx="985776" cy="1031679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8"/>
          <p:cNvSpPr/>
          <p:nvPr/>
        </p:nvSpPr>
        <p:spPr>
          <a:xfrm>
            <a:off x="0" y="4893574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oogle Shape;1004;p29"/>
          <p:cNvGrpSpPr/>
          <p:nvPr/>
        </p:nvGrpSpPr>
        <p:grpSpPr>
          <a:xfrm rot="1649564">
            <a:off x="89772" y="3880515"/>
            <a:ext cx="637075" cy="544757"/>
            <a:chOff x="313225" y="3635825"/>
            <a:chExt cx="637125" cy="544800"/>
          </a:xfrm>
        </p:grpSpPr>
        <p:sp>
          <p:nvSpPr>
            <p:cNvPr id="1005" name="Google Shape;1005;p29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" name="Google Shape;101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29"/>
          <p:cNvSpPr/>
          <p:nvPr/>
        </p:nvSpPr>
        <p:spPr>
          <a:xfrm flipH="1">
            <a:off x="8159159" y="3835959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9"/>
          <p:cNvSpPr/>
          <p:nvPr/>
        </p:nvSpPr>
        <p:spPr>
          <a:xfrm rot="5400000" flipH="1">
            <a:off x="-64487" y="4099253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" name="Google Shape;1020;p29"/>
          <p:cNvGrpSpPr/>
          <p:nvPr/>
        </p:nvGrpSpPr>
        <p:grpSpPr>
          <a:xfrm>
            <a:off x="-964425" y="1415813"/>
            <a:ext cx="1399975" cy="635600"/>
            <a:chOff x="3996175" y="2416275"/>
            <a:chExt cx="1399975" cy="635600"/>
          </a:xfrm>
        </p:grpSpPr>
        <p:sp>
          <p:nvSpPr>
            <p:cNvPr id="1021" name="Google Shape;1021;p29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7" name="Google Shape;1027;p29"/>
          <p:cNvSpPr/>
          <p:nvPr/>
        </p:nvSpPr>
        <p:spPr>
          <a:xfrm>
            <a:off x="0" y="2263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9"/>
          <p:cNvSpPr/>
          <p:nvPr/>
        </p:nvSpPr>
        <p:spPr>
          <a:xfrm>
            <a:off x="8844725" y="173443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9"/>
          <p:cNvSpPr/>
          <p:nvPr/>
        </p:nvSpPr>
        <p:spPr>
          <a:xfrm flipH="1">
            <a:off x="8633246" y="3354067"/>
            <a:ext cx="985726" cy="103162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30"/>
          <p:cNvGrpSpPr/>
          <p:nvPr/>
        </p:nvGrpSpPr>
        <p:grpSpPr>
          <a:xfrm rot="-1525480">
            <a:off x="8483685" y="3844145"/>
            <a:ext cx="637089" cy="544770"/>
            <a:chOff x="313225" y="3635825"/>
            <a:chExt cx="637125" cy="544800"/>
          </a:xfrm>
        </p:grpSpPr>
        <p:sp>
          <p:nvSpPr>
            <p:cNvPr id="1032" name="Google Shape;1032;p30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0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30"/>
          <p:cNvSpPr/>
          <p:nvPr/>
        </p:nvSpPr>
        <p:spPr>
          <a:xfrm>
            <a:off x="-210666" y="3835959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6" name="Google Shape;1046;p30"/>
          <p:cNvSpPr/>
          <p:nvPr/>
        </p:nvSpPr>
        <p:spPr>
          <a:xfrm flipH="1">
            <a:off x="7910676" y="3872865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7" name="Google Shape;1047;p30"/>
          <p:cNvGrpSpPr/>
          <p:nvPr/>
        </p:nvGrpSpPr>
        <p:grpSpPr>
          <a:xfrm>
            <a:off x="5930100" y="4826563"/>
            <a:ext cx="1399975" cy="635600"/>
            <a:chOff x="3996175" y="2416275"/>
            <a:chExt cx="1399975" cy="635600"/>
          </a:xfrm>
        </p:grpSpPr>
        <p:sp>
          <p:nvSpPr>
            <p:cNvPr id="1048" name="Google Shape;1048;p30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0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0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0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0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4" name="Google Shape;1054;p30"/>
          <p:cNvSpPr/>
          <p:nvPr/>
        </p:nvSpPr>
        <p:spPr>
          <a:xfrm>
            <a:off x="-1270825" y="1979162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7508175" y="2263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0"/>
          <p:cNvSpPr/>
          <p:nvPr/>
        </p:nvSpPr>
        <p:spPr>
          <a:xfrm rot="9028612" flipH="1">
            <a:off x="-327202" y="3047256"/>
            <a:ext cx="985774" cy="1031677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1"/>
          <p:cNvSpPr/>
          <p:nvPr/>
        </p:nvSpPr>
        <p:spPr>
          <a:xfrm rot="1202675">
            <a:off x="146919" y="3206816"/>
            <a:ext cx="985545" cy="1031437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9" name="Google Shape;1059;p31"/>
          <p:cNvGrpSpPr/>
          <p:nvPr/>
        </p:nvGrpSpPr>
        <p:grpSpPr>
          <a:xfrm>
            <a:off x="2363913" y="4255397"/>
            <a:ext cx="637125" cy="544800"/>
            <a:chOff x="313225" y="3635825"/>
            <a:chExt cx="637125" cy="544800"/>
          </a:xfrm>
        </p:grpSpPr>
        <p:sp>
          <p:nvSpPr>
            <p:cNvPr id="1060" name="Google Shape;1060;p31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2" name="Google Shape;1072;p31"/>
          <p:cNvSpPr txBox="1">
            <a:spLocks noGrp="1"/>
          </p:cNvSpPr>
          <p:nvPr>
            <p:ph type="title"/>
          </p:nvPr>
        </p:nvSpPr>
        <p:spPr>
          <a:xfrm>
            <a:off x="3612300" y="2185800"/>
            <a:ext cx="432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3" name="Google Shape;1073;p31"/>
          <p:cNvSpPr txBox="1">
            <a:spLocks noGrp="1"/>
          </p:cNvSpPr>
          <p:nvPr>
            <p:ph type="title" idx="2" hasCustomPrompt="1"/>
          </p:nvPr>
        </p:nvSpPr>
        <p:spPr>
          <a:xfrm>
            <a:off x="6609300" y="1074825"/>
            <a:ext cx="1327800" cy="11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4" name="Google Shape;1074;p31"/>
          <p:cNvSpPr txBox="1">
            <a:spLocks noGrp="1"/>
          </p:cNvSpPr>
          <p:nvPr>
            <p:ph type="subTitle" idx="1"/>
          </p:nvPr>
        </p:nvSpPr>
        <p:spPr>
          <a:xfrm>
            <a:off x="5473500" y="3014725"/>
            <a:ext cx="24636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31"/>
          <p:cNvSpPr/>
          <p:nvPr/>
        </p:nvSpPr>
        <p:spPr>
          <a:xfrm rot="-3413458">
            <a:off x="7667356" y="4013291"/>
            <a:ext cx="985591" cy="1031486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31"/>
          <p:cNvSpPr/>
          <p:nvPr/>
        </p:nvSpPr>
        <p:spPr>
          <a:xfrm flipH="1">
            <a:off x="952139" y="4280623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31"/>
          <p:cNvSpPr/>
          <p:nvPr/>
        </p:nvSpPr>
        <p:spPr>
          <a:xfrm>
            <a:off x="0" y="38086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31"/>
          <p:cNvSpPr/>
          <p:nvPr/>
        </p:nvSpPr>
        <p:spPr>
          <a:xfrm rot="-5400000">
            <a:off x="8358425" y="3535873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31"/>
          <p:cNvSpPr/>
          <p:nvPr/>
        </p:nvSpPr>
        <p:spPr>
          <a:xfrm>
            <a:off x="-104275" y="3842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0" name="Google Shape;1080;p31"/>
          <p:cNvGrpSpPr/>
          <p:nvPr/>
        </p:nvGrpSpPr>
        <p:grpSpPr>
          <a:xfrm flipH="1">
            <a:off x="4554238" y="221688"/>
            <a:ext cx="1399975" cy="635600"/>
            <a:chOff x="3996175" y="2416275"/>
            <a:chExt cx="1399975" cy="635600"/>
          </a:xfrm>
        </p:grpSpPr>
        <p:sp>
          <p:nvSpPr>
            <p:cNvPr id="1081" name="Google Shape;1081;p31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7" name="Google Shape;1087;p31"/>
          <p:cNvSpPr/>
          <p:nvPr/>
        </p:nvSpPr>
        <p:spPr>
          <a:xfrm>
            <a:off x="8549325" y="2941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oogle Shape;1089;p32"/>
          <p:cNvGrpSpPr/>
          <p:nvPr/>
        </p:nvGrpSpPr>
        <p:grpSpPr>
          <a:xfrm>
            <a:off x="239413" y="3662422"/>
            <a:ext cx="637125" cy="544800"/>
            <a:chOff x="313225" y="3635825"/>
            <a:chExt cx="637125" cy="544800"/>
          </a:xfrm>
        </p:grpSpPr>
        <p:sp>
          <p:nvSpPr>
            <p:cNvPr id="1090" name="Google Shape;1090;p3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2"/>
          <p:cNvSpPr txBox="1">
            <a:spLocks noGrp="1"/>
          </p:cNvSpPr>
          <p:nvPr>
            <p:ph type="title"/>
          </p:nvPr>
        </p:nvSpPr>
        <p:spPr>
          <a:xfrm>
            <a:off x="2409600" y="2185800"/>
            <a:ext cx="432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3" name="Google Shape;1103;p32"/>
          <p:cNvSpPr txBox="1">
            <a:spLocks noGrp="1"/>
          </p:cNvSpPr>
          <p:nvPr>
            <p:ph type="title" idx="2" hasCustomPrompt="1"/>
          </p:nvPr>
        </p:nvSpPr>
        <p:spPr>
          <a:xfrm>
            <a:off x="3908100" y="1074825"/>
            <a:ext cx="1327800" cy="11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4" name="Google Shape;1104;p32"/>
          <p:cNvSpPr txBox="1">
            <a:spLocks noGrp="1"/>
          </p:cNvSpPr>
          <p:nvPr>
            <p:ph type="subTitle" idx="1"/>
          </p:nvPr>
        </p:nvSpPr>
        <p:spPr>
          <a:xfrm>
            <a:off x="3340200" y="3014725"/>
            <a:ext cx="24636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05" name="Google Shape;1105;p32"/>
          <p:cNvGrpSpPr/>
          <p:nvPr/>
        </p:nvGrpSpPr>
        <p:grpSpPr>
          <a:xfrm rot="-1480266">
            <a:off x="8112522" y="3445277"/>
            <a:ext cx="637112" cy="544789"/>
            <a:chOff x="313225" y="3635825"/>
            <a:chExt cx="637125" cy="544800"/>
          </a:xfrm>
        </p:grpSpPr>
        <p:sp>
          <p:nvSpPr>
            <p:cNvPr id="1106" name="Google Shape;1106;p32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32"/>
          <p:cNvSpPr/>
          <p:nvPr/>
        </p:nvSpPr>
        <p:spPr>
          <a:xfrm rot="-2488892">
            <a:off x="6791513" y="3841139"/>
            <a:ext cx="985604" cy="1031499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32"/>
          <p:cNvSpPr/>
          <p:nvPr/>
        </p:nvSpPr>
        <p:spPr>
          <a:xfrm>
            <a:off x="3364326" y="4280623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2"/>
          <p:cNvSpPr/>
          <p:nvPr/>
        </p:nvSpPr>
        <p:spPr>
          <a:xfrm>
            <a:off x="0" y="3808601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2"/>
          <p:cNvSpPr/>
          <p:nvPr/>
        </p:nvSpPr>
        <p:spPr>
          <a:xfrm rot="-5400000">
            <a:off x="7539050" y="3535873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32"/>
          <p:cNvSpPr/>
          <p:nvPr/>
        </p:nvSpPr>
        <p:spPr>
          <a:xfrm>
            <a:off x="-663175" y="11538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3" name="Google Shape;1123;p32"/>
          <p:cNvGrpSpPr/>
          <p:nvPr/>
        </p:nvGrpSpPr>
        <p:grpSpPr>
          <a:xfrm>
            <a:off x="876538" y="-12"/>
            <a:ext cx="1399975" cy="635600"/>
            <a:chOff x="3996175" y="2416275"/>
            <a:chExt cx="1399975" cy="635600"/>
          </a:xfrm>
        </p:grpSpPr>
        <p:sp>
          <p:nvSpPr>
            <p:cNvPr id="1124" name="Google Shape;1124;p32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0" name="Google Shape;1130;p32"/>
          <p:cNvSpPr/>
          <p:nvPr/>
        </p:nvSpPr>
        <p:spPr>
          <a:xfrm>
            <a:off x="2478425" y="45589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2"/>
          <p:cNvSpPr/>
          <p:nvPr/>
        </p:nvSpPr>
        <p:spPr>
          <a:xfrm>
            <a:off x="7553075" y="2198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3"/>
          <p:cNvSpPr txBox="1">
            <a:spLocks noGrp="1"/>
          </p:cNvSpPr>
          <p:nvPr>
            <p:ph type="title"/>
          </p:nvPr>
        </p:nvSpPr>
        <p:spPr>
          <a:xfrm>
            <a:off x="2347950" y="540000"/>
            <a:ext cx="44481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33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3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This presentation template was created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endParaRPr sz="1200" b="1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136" name="Google Shape;1136;p33"/>
          <p:cNvSpPr/>
          <p:nvPr/>
        </p:nvSpPr>
        <p:spPr>
          <a:xfrm rot="-1952556">
            <a:off x="8014187" y="3231262"/>
            <a:ext cx="985587" cy="1031481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7" name="Google Shape;1137;p33"/>
          <p:cNvGrpSpPr/>
          <p:nvPr/>
        </p:nvGrpSpPr>
        <p:grpSpPr>
          <a:xfrm rot="881114">
            <a:off x="76269" y="3332111"/>
            <a:ext cx="637103" cy="544781"/>
            <a:chOff x="313225" y="3635825"/>
            <a:chExt cx="637125" cy="544800"/>
          </a:xfrm>
        </p:grpSpPr>
        <p:sp>
          <p:nvSpPr>
            <p:cNvPr id="1138" name="Google Shape;1138;p33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0" name="Google Shape;1150;p33"/>
          <p:cNvSpPr/>
          <p:nvPr/>
        </p:nvSpPr>
        <p:spPr>
          <a:xfrm rot="1375162">
            <a:off x="-434361" y="1180755"/>
            <a:ext cx="985641" cy="103153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3"/>
          <p:cNvSpPr/>
          <p:nvPr/>
        </p:nvSpPr>
        <p:spPr>
          <a:xfrm flipH="1">
            <a:off x="7540588" y="3814826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3"/>
          <p:cNvSpPr/>
          <p:nvPr/>
        </p:nvSpPr>
        <p:spPr>
          <a:xfrm>
            <a:off x="-6816" y="342519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3"/>
          <p:cNvSpPr/>
          <p:nvPr/>
        </p:nvSpPr>
        <p:spPr>
          <a:xfrm>
            <a:off x="8512675" y="121491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4" name="Google Shape;1154;p33"/>
          <p:cNvGrpSpPr/>
          <p:nvPr/>
        </p:nvGrpSpPr>
        <p:grpSpPr>
          <a:xfrm flipH="1">
            <a:off x="7331388" y="1858275"/>
            <a:ext cx="1399975" cy="635600"/>
            <a:chOff x="3996175" y="2416275"/>
            <a:chExt cx="1399975" cy="635600"/>
          </a:xfrm>
        </p:grpSpPr>
        <p:sp>
          <p:nvSpPr>
            <p:cNvPr id="1155" name="Google Shape;1155;p3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1" name="Google Shape;1161;p33"/>
          <p:cNvSpPr/>
          <p:nvPr/>
        </p:nvSpPr>
        <p:spPr>
          <a:xfrm>
            <a:off x="-152537" y="2497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2" name="Google Shape;1162;p33"/>
          <p:cNvGrpSpPr/>
          <p:nvPr/>
        </p:nvGrpSpPr>
        <p:grpSpPr>
          <a:xfrm>
            <a:off x="3534588" y="-295750"/>
            <a:ext cx="1399975" cy="635600"/>
            <a:chOff x="3996175" y="2416275"/>
            <a:chExt cx="1399975" cy="635600"/>
          </a:xfrm>
        </p:grpSpPr>
        <p:sp>
          <p:nvSpPr>
            <p:cNvPr id="1163" name="Google Shape;1163;p33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9" name="Google Shape;1169;p33"/>
          <p:cNvSpPr/>
          <p:nvPr/>
        </p:nvSpPr>
        <p:spPr>
          <a:xfrm>
            <a:off x="1213564" y="4729861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3"/>
          <p:cNvSpPr/>
          <p:nvPr/>
        </p:nvSpPr>
        <p:spPr>
          <a:xfrm flipH="1">
            <a:off x="839125" y="4049175"/>
            <a:ext cx="536999" cy="469387"/>
          </a:xfrm>
          <a:custGeom>
            <a:avLst/>
            <a:gdLst/>
            <a:ahLst/>
            <a:cxnLst/>
            <a:rect l="l" t="t" r="r" b="b"/>
            <a:pathLst>
              <a:path w="39283" h="34337" extrusionOk="0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4"/>
          <p:cNvSpPr/>
          <p:nvPr/>
        </p:nvSpPr>
        <p:spPr>
          <a:xfrm rot="-954282">
            <a:off x="62307" y="4010322"/>
            <a:ext cx="985599" cy="1031494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34"/>
          <p:cNvSpPr/>
          <p:nvPr/>
        </p:nvSpPr>
        <p:spPr>
          <a:xfrm flipH="1">
            <a:off x="7680265" y="3425198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34"/>
          <p:cNvSpPr/>
          <p:nvPr/>
        </p:nvSpPr>
        <p:spPr>
          <a:xfrm flipH="1">
            <a:off x="-867791" y="45097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5" name="Google Shape;1175;p34"/>
          <p:cNvGrpSpPr/>
          <p:nvPr/>
        </p:nvGrpSpPr>
        <p:grpSpPr>
          <a:xfrm>
            <a:off x="8284363" y="3350222"/>
            <a:ext cx="637125" cy="544800"/>
            <a:chOff x="313225" y="3635825"/>
            <a:chExt cx="637125" cy="544800"/>
          </a:xfrm>
        </p:grpSpPr>
        <p:sp>
          <p:nvSpPr>
            <p:cNvPr id="1176" name="Google Shape;1176;p34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34"/>
          <p:cNvSpPr/>
          <p:nvPr/>
        </p:nvSpPr>
        <p:spPr>
          <a:xfrm>
            <a:off x="6152900" y="14843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9" name="Google Shape;1189;p34"/>
          <p:cNvGrpSpPr/>
          <p:nvPr/>
        </p:nvGrpSpPr>
        <p:grpSpPr>
          <a:xfrm flipH="1">
            <a:off x="8549313" y="1247463"/>
            <a:ext cx="1399975" cy="635600"/>
            <a:chOff x="3996175" y="2416275"/>
            <a:chExt cx="1399975" cy="635600"/>
          </a:xfrm>
        </p:grpSpPr>
        <p:sp>
          <p:nvSpPr>
            <p:cNvPr id="1190" name="Google Shape;1190;p34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6" name="Google Shape;1196;p34"/>
          <p:cNvSpPr/>
          <p:nvPr/>
        </p:nvSpPr>
        <p:spPr>
          <a:xfrm>
            <a:off x="-1385975" y="3260137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5"/>
          <p:cNvSpPr/>
          <p:nvPr/>
        </p:nvSpPr>
        <p:spPr>
          <a:xfrm rot="-5400000" flipH="1">
            <a:off x="6778643" y="1568086"/>
            <a:ext cx="4504240" cy="865367"/>
          </a:xfrm>
          <a:custGeom>
            <a:avLst/>
            <a:gdLst/>
            <a:ahLst/>
            <a:cxnLst/>
            <a:rect l="l" t="t" r="r" b="b"/>
            <a:pathLst>
              <a:path w="76779" h="14751" extrusionOk="0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9" name="Google Shape;1199;p35"/>
          <p:cNvGrpSpPr/>
          <p:nvPr/>
        </p:nvGrpSpPr>
        <p:grpSpPr>
          <a:xfrm>
            <a:off x="8340863" y="3885372"/>
            <a:ext cx="637125" cy="544800"/>
            <a:chOff x="313225" y="3635825"/>
            <a:chExt cx="637125" cy="544800"/>
          </a:xfrm>
        </p:grpSpPr>
        <p:sp>
          <p:nvSpPr>
            <p:cNvPr id="1200" name="Google Shape;1200;p35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5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5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5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5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2" name="Google Shape;1212;p35"/>
          <p:cNvGrpSpPr/>
          <p:nvPr/>
        </p:nvGrpSpPr>
        <p:grpSpPr>
          <a:xfrm>
            <a:off x="76088" y="3870722"/>
            <a:ext cx="637125" cy="544800"/>
            <a:chOff x="313225" y="3635825"/>
            <a:chExt cx="637125" cy="544800"/>
          </a:xfrm>
        </p:grpSpPr>
        <p:sp>
          <p:nvSpPr>
            <p:cNvPr id="1213" name="Google Shape;1213;p35"/>
            <p:cNvSpPr/>
            <p:nvPr/>
          </p:nvSpPr>
          <p:spPr>
            <a:xfrm>
              <a:off x="384525" y="3711500"/>
              <a:ext cx="245675" cy="469125"/>
            </a:xfrm>
            <a:custGeom>
              <a:avLst/>
              <a:gdLst/>
              <a:ahLst/>
              <a:cxnLst/>
              <a:rect l="l" t="t" r="r" b="b"/>
              <a:pathLst>
                <a:path w="9827" h="18765" extrusionOk="0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386325" y="3723325"/>
              <a:ext cx="243875" cy="457300"/>
            </a:xfrm>
            <a:custGeom>
              <a:avLst/>
              <a:gdLst/>
              <a:ahLst/>
              <a:cxnLst/>
              <a:rect l="l" t="t" r="r" b="b"/>
              <a:pathLst>
                <a:path w="9755" h="18292" extrusionOk="0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612475" y="3849900"/>
              <a:ext cx="337875" cy="279875"/>
            </a:xfrm>
            <a:custGeom>
              <a:avLst/>
              <a:gdLst/>
              <a:ahLst/>
              <a:cxnLst/>
              <a:rect l="l" t="t" r="r" b="b"/>
              <a:pathLst>
                <a:path w="13515" h="11195" extrusionOk="0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612475" y="3880450"/>
              <a:ext cx="334225" cy="249325"/>
            </a:xfrm>
            <a:custGeom>
              <a:avLst/>
              <a:gdLst/>
              <a:ahLst/>
              <a:cxnLst/>
              <a:rect l="l" t="t" r="r" b="b"/>
              <a:pathLst>
                <a:path w="13369" h="9973" extrusionOk="0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616100" y="3715925"/>
              <a:ext cx="204825" cy="435650"/>
            </a:xfrm>
            <a:custGeom>
              <a:avLst/>
              <a:gdLst/>
              <a:ahLst/>
              <a:cxnLst/>
              <a:rect l="l" t="t" r="r" b="b"/>
              <a:pathLst>
                <a:path w="8193" h="17426" extrusionOk="0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616100" y="3730150"/>
              <a:ext cx="202550" cy="421425"/>
            </a:xfrm>
            <a:custGeom>
              <a:avLst/>
              <a:gdLst/>
              <a:ahLst/>
              <a:cxnLst/>
              <a:rect l="l" t="t" r="r" b="b"/>
              <a:pathLst>
                <a:path w="8102" h="16857" extrusionOk="0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604750" y="3664225"/>
              <a:ext cx="124450" cy="489150"/>
            </a:xfrm>
            <a:custGeom>
              <a:avLst/>
              <a:gdLst/>
              <a:ahLst/>
              <a:cxnLst/>
              <a:rect l="l" t="t" r="r" b="b"/>
              <a:pathLst>
                <a:path w="4978" h="19566" extrusionOk="0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623825" y="3669300"/>
              <a:ext cx="105375" cy="484075"/>
            </a:xfrm>
            <a:custGeom>
              <a:avLst/>
              <a:gdLst/>
              <a:ahLst/>
              <a:cxnLst/>
              <a:rect l="l" t="t" r="r" b="b"/>
              <a:pathLst>
                <a:path w="4215" h="19363" extrusionOk="0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508025" y="3635825"/>
              <a:ext cx="135025" cy="464425"/>
            </a:xfrm>
            <a:custGeom>
              <a:avLst/>
              <a:gdLst/>
              <a:ahLst/>
              <a:cxnLst/>
              <a:rect l="l" t="t" r="r" b="b"/>
              <a:pathLst>
                <a:path w="5401" h="18577" extrusionOk="0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508025" y="3644775"/>
              <a:ext cx="114000" cy="455475"/>
            </a:xfrm>
            <a:custGeom>
              <a:avLst/>
              <a:gdLst/>
              <a:ahLst/>
              <a:cxnLst/>
              <a:rect l="l" t="t" r="r" b="b"/>
              <a:pathLst>
                <a:path w="4560" h="18219" extrusionOk="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313225" y="3897825"/>
              <a:ext cx="369650" cy="270075"/>
            </a:xfrm>
            <a:custGeom>
              <a:avLst/>
              <a:gdLst/>
              <a:ahLst/>
              <a:cxnLst/>
              <a:rect l="l" t="t" r="r" b="b"/>
              <a:pathLst>
                <a:path w="14786" h="10803" extrusionOk="0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317775" y="3930850"/>
              <a:ext cx="365100" cy="237050"/>
            </a:xfrm>
            <a:custGeom>
              <a:avLst/>
              <a:gdLst/>
              <a:ahLst/>
              <a:cxnLst/>
              <a:rect l="l" t="t" r="r" b="b"/>
              <a:pathLst>
                <a:path w="14604" h="9482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5" name="Google Shape;1225;p35"/>
          <p:cNvSpPr/>
          <p:nvPr/>
        </p:nvSpPr>
        <p:spPr>
          <a:xfrm flipH="1">
            <a:off x="7617155" y="3988359"/>
            <a:ext cx="1627238" cy="1334887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5"/>
          <p:cNvSpPr/>
          <p:nvPr/>
        </p:nvSpPr>
        <p:spPr>
          <a:xfrm>
            <a:off x="-25966" y="3949065"/>
            <a:ext cx="1478393" cy="1731519"/>
          </a:xfrm>
          <a:custGeom>
            <a:avLst/>
            <a:gdLst/>
            <a:ahLst/>
            <a:cxnLst/>
            <a:rect l="l" t="t" r="r" b="b"/>
            <a:pathLst>
              <a:path w="57525" h="47190" extrusionOk="0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35"/>
          <p:cNvSpPr/>
          <p:nvPr/>
        </p:nvSpPr>
        <p:spPr>
          <a:xfrm rot="-2700000">
            <a:off x="6411269" y="4612914"/>
            <a:ext cx="985548" cy="1031440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35"/>
          <p:cNvSpPr/>
          <p:nvPr/>
        </p:nvSpPr>
        <p:spPr>
          <a:xfrm rot="6093410">
            <a:off x="-490884" y="-105679"/>
            <a:ext cx="985689" cy="1031588"/>
          </a:xfrm>
          <a:custGeom>
            <a:avLst/>
            <a:gdLst/>
            <a:ahLst/>
            <a:cxnLst/>
            <a:rect l="l" t="t" r="r" b="b"/>
            <a:pathLst>
              <a:path w="72801" h="76191" extrusionOk="0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5"/>
          <p:cNvSpPr/>
          <p:nvPr/>
        </p:nvSpPr>
        <p:spPr>
          <a:xfrm>
            <a:off x="7076125" y="2230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35"/>
          <p:cNvSpPr/>
          <p:nvPr/>
        </p:nvSpPr>
        <p:spPr>
          <a:xfrm flipH="1">
            <a:off x="-1217975" y="1717762"/>
            <a:ext cx="1731534" cy="90088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1" name="Google Shape;1231;p35"/>
          <p:cNvGrpSpPr/>
          <p:nvPr/>
        </p:nvGrpSpPr>
        <p:grpSpPr>
          <a:xfrm>
            <a:off x="2838150" y="4603988"/>
            <a:ext cx="1399975" cy="635600"/>
            <a:chOff x="3996175" y="2416275"/>
            <a:chExt cx="1399975" cy="635600"/>
          </a:xfrm>
        </p:grpSpPr>
        <p:sp>
          <p:nvSpPr>
            <p:cNvPr id="1232" name="Google Shape;1232;p3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39"/>
          <p:cNvSpPr/>
          <p:nvPr/>
        </p:nvSpPr>
        <p:spPr>
          <a:xfrm>
            <a:off x="1112400" y="4396762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9"/>
          <p:cNvSpPr txBox="1">
            <a:spLocks noGrp="1"/>
          </p:cNvSpPr>
          <p:nvPr>
            <p:ph type="ctrTitle"/>
          </p:nvPr>
        </p:nvSpPr>
        <p:spPr>
          <a:xfrm>
            <a:off x="465157" y="1306793"/>
            <a:ext cx="8244746" cy="16411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>
                <a:solidFill>
                  <a:schemeClr val="dk2"/>
                </a:solidFill>
              </a:rPr>
              <a:t>Lake browning (DOC) and fish feeding ecology</a:t>
            </a:r>
            <a:endParaRPr lang="en-US">
              <a:solidFill>
                <a:schemeClr val="dk2"/>
              </a:solidFill>
            </a:endParaRPr>
          </a:p>
        </p:txBody>
      </p:sp>
      <p:sp>
        <p:nvSpPr>
          <p:cNvPr id="1250" name="Google Shape;1250;p39"/>
          <p:cNvSpPr txBox="1">
            <a:spLocks noGrp="1"/>
          </p:cNvSpPr>
          <p:nvPr>
            <p:ph type="subTitle" idx="1"/>
          </p:nvPr>
        </p:nvSpPr>
        <p:spPr>
          <a:xfrm>
            <a:off x="2494034" y="295754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Course: BIS15L</a:t>
            </a:r>
            <a:endParaRPr lang="en-US"/>
          </a:p>
          <a:p>
            <a:pPr marL="0" indent="0"/>
            <a:r>
              <a:rPr lang="en"/>
              <a:t>By: Miranda Mustafa, Kenta Hsu, Marko Danchak</a:t>
            </a:r>
          </a:p>
        </p:txBody>
      </p:sp>
      <p:grpSp>
        <p:nvGrpSpPr>
          <p:cNvPr id="1251" name="Google Shape;1251;p39"/>
          <p:cNvGrpSpPr/>
          <p:nvPr/>
        </p:nvGrpSpPr>
        <p:grpSpPr>
          <a:xfrm>
            <a:off x="5558950" y="4209988"/>
            <a:ext cx="1399975" cy="635600"/>
            <a:chOff x="3996175" y="2416275"/>
            <a:chExt cx="1399975" cy="635600"/>
          </a:xfrm>
        </p:grpSpPr>
        <p:sp>
          <p:nvSpPr>
            <p:cNvPr id="1252" name="Google Shape;1252;p39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cs typeface="Alata"/>
              </a:rPr>
              <a:t>Background</a:t>
            </a:r>
            <a:endParaRPr lang="en-US"/>
          </a:p>
        </p:txBody>
      </p:sp>
      <p:sp>
        <p:nvSpPr>
          <p:cNvPr id="1266" name="Google Shape;1266;p40"/>
          <p:cNvSpPr txBox="1"/>
          <p:nvPr/>
        </p:nvSpPr>
        <p:spPr>
          <a:xfrm>
            <a:off x="404446" y="1287280"/>
            <a:ext cx="7704000" cy="82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algn="ctr"/>
            <a:r>
              <a:rPr lang="en" sz="1800" dirty="0">
                <a:solidFill>
                  <a:schemeClr val="dk1"/>
                </a:solidFill>
                <a:sym typeface="Alata"/>
              </a:rPr>
              <a:t>DOC or Dissolved Organic Carbon is when decaying plants or organisms causes the water to brown overtime. This makes it so the sunlight </a:t>
            </a:r>
            <a:r>
              <a:rPr lang="en" sz="1800">
                <a:solidFill>
                  <a:schemeClr val="dk1"/>
                </a:solidFill>
                <a:sym typeface="Alata"/>
              </a:rPr>
              <a:t>cannot</a:t>
            </a:r>
            <a:r>
              <a:rPr lang="en" sz="1800" dirty="0">
                <a:solidFill>
                  <a:schemeClr val="dk1"/>
                </a:solidFill>
                <a:sym typeface="Alata"/>
              </a:rPr>
              <a:t> penetrate through the water as easily and thus controls nutrition availability and water temperature. </a:t>
            </a:r>
            <a:r>
              <a:rPr lang="en-US" sz="1800" dirty="0">
                <a:solidFill>
                  <a:schemeClr val="tx1"/>
                </a:solidFill>
                <a:sym typeface="Alata"/>
              </a:rPr>
              <a:t>DOC reducing light penetration causes primary production is suppressed and reliance on algae-based food sources shifts to bacteria-based food sources</a:t>
            </a:r>
            <a:endParaRPr lang="en" sz="1800" dirty="0">
              <a:solidFill>
                <a:schemeClr val="tx1"/>
              </a:solidFill>
              <a:latin typeface="Alata"/>
              <a:cs typeface="Alat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Data Source</a:t>
            </a:r>
            <a:endParaRPr lang="en-US"/>
          </a:p>
        </p:txBody>
      </p:sp>
      <p:sp>
        <p:nvSpPr>
          <p:cNvPr id="1278" name="Google Shape;1278;p41"/>
          <p:cNvSpPr txBox="1">
            <a:spLocks noGrp="1"/>
          </p:cNvSpPr>
          <p:nvPr>
            <p:ph type="subTitle" idx="7"/>
          </p:nvPr>
        </p:nvSpPr>
        <p:spPr>
          <a:xfrm>
            <a:off x="1280685" y="2977289"/>
            <a:ext cx="6582626" cy="336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-Charette et al. 2024 freshwater fish dataset - -3,430 fish records, 78 lakes, 6 species, 6 regions </a:t>
            </a:r>
            <a:endParaRPr lang="en-US" err="1"/>
          </a:p>
          <a:p>
            <a:pPr marL="0" indent="0"/>
            <a:r>
              <a:rPr lang="en"/>
              <a:t>- Variables: DOC, isotopes, trophic position, pelagic diet proportion, fish length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2"/>
          <p:cNvSpPr txBox="1">
            <a:spLocks noGrp="1"/>
          </p:cNvSpPr>
          <p:nvPr>
            <p:ph type="title"/>
          </p:nvPr>
        </p:nvSpPr>
        <p:spPr>
          <a:xfrm>
            <a:off x="830914" y="387109"/>
            <a:ext cx="8013263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6600"/>
              <a:t>Research Questions</a:t>
            </a:r>
            <a:endParaRPr lang="en-US" sz="6600"/>
          </a:p>
        </p:txBody>
      </p:sp>
      <p:sp>
        <p:nvSpPr>
          <p:cNvPr id="1286" name="Google Shape;1286;p42"/>
          <p:cNvSpPr txBox="1">
            <a:spLocks noGrp="1"/>
          </p:cNvSpPr>
          <p:nvPr>
            <p:ph type="subTitle" idx="1"/>
          </p:nvPr>
        </p:nvSpPr>
        <p:spPr>
          <a:xfrm>
            <a:off x="737861" y="1847747"/>
            <a:ext cx="7674491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000"/>
              <a:t> Question 1 : DOC vs trophic position </a:t>
            </a:r>
            <a:br>
              <a:rPr lang="en" sz="2000" dirty="0"/>
            </a:br>
            <a:r>
              <a:rPr lang="en" sz="2000"/>
              <a:t>Question 2: DOC vs pelagic diet proportion </a:t>
            </a:r>
            <a:endParaRPr lang="en-US" sz="2000"/>
          </a:p>
          <a:p>
            <a:pPr marL="0" indent="0"/>
            <a:r>
              <a:rPr lang="en" sz="2000"/>
              <a:t>Question 3: Species/region differences in DOC </a:t>
            </a:r>
            <a:r>
              <a:rPr lang="en" sz="2000" dirty="0"/>
              <a:t>relationships 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3"/>
          <p:cNvSpPr txBox="1">
            <a:spLocks noGrp="1"/>
          </p:cNvSpPr>
          <p:nvPr>
            <p:ph type="title"/>
          </p:nvPr>
        </p:nvSpPr>
        <p:spPr>
          <a:xfrm>
            <a:off x="949473" y="1732327"/>
            <a:ext cx="432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 lang="en-US"/>
          </a:p>
        </p:txBody>
      </p:sp>
      <p:sp>
        <p:nvSpPr>
          <p:cNvPr id="1294" name="Google Shape;1294;p43"/>
          <p:cNvSpPr txBox="1">
            <a:spLocks noGrp="1"/>
          </p:cNvSpPr>
          <p:nvPr>
            <p:ph type="subTitle" idx="1"/>
          </p:nvPr>
        </p:nvSpPr>
        <p:spPr>
          <a:xfrm>
            <a:off x="1235223" y="2412165"/>
            <a:ext cx="4414154" cy="666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- Import and clean two CSV files</a:t>
            </a:r>
            <a:endParaRPr lang="en-US"/>
          </a:p>
          <a:p>
            <a:r>
              <a:rPr lang="en"/>
              <a:t>- Join fish and baseline data by lake</a:t>
            </a:r>
          </a:p>
          <a:p>
            <a:r>
              <a:rPr lang="en"/>
              <a:t>- Create analysis dataset and DOC categories</a:t>
            </a:r>
          </a:p>
          <a:p>
            <a:r>
              <a:rPr lang="en"/>
              <a:t>- Check missingness and build summaries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1295" name="Google Shape;1295;p43"/>
          <p:cNvSpPr/>
          <p:nvPr/>
        </p:nvSpPr>
        <p:spPr>
          <a:xfrm flipH="1">
            <a:off x="5985200" y="1414987"/>
            <a:ext cx="1731534" cy="90089"/>
          </a:xfrm>
          <a:custGeom>
            <a:avLst/>
            <a:gdLst/>
            <a:ahLst/>
            <a:cxnLst/>
            <a:rect l="l" t="t" r="r" b="b"/>
            <a:pathLst>
              <a:path w="104751" h="5450" extrusionOk="0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6" name="Google Shape;1296;p43"/>
          <p:cNvGrpSpPr/>
          <p:nvPr/>
        </p:nvGrpSpPr>
        <p:grpSpPr>
          <a:xfrm flipH="1">
            <a:off x="5723476" y="2300133"/>
            <a:ext cx="2721815" cy="2016274"/>
            <a:chOff x="134200" y="943300"/>
            <a:chExt cx="3821700" cy="2831050"/>
          </a:xfrm>
        </p:grpSpPr>
        <p:sp>
          <p:nvSpPr>
            <p:cNvPr id="1297" name="Google Shape;1297;p43"/>
            <p:cNvSpPr/>
            <p:nvPr/>
          </p:nvSpPr>
          <p:spPr>
            <a:xfrm>
              <a:off x="2316875" y="2356850"/>
              <a:ext cx="1639025" cy="530600"/>
            </a:xfrm>
            <a:custGeom>
              <a:avLst/>
              <a:gdLst/>
              <a:ahLst/>
              <a:cxnLst/>
              <a:rect l="l" t="t" r="r" b="b"/>
              <a:pathLst>
                <a:path w="65561" h="21224" extrusionOk="0">
                  <a:moveTo>
                    <a:pt x="45468" y="0"/>
                  </a:moveTo>
                  <a:cubicBezTo>
                    <a:pt x="36760" y="0"/>
                    <a:pt x="12931" y="12148"/>
                    <a:pt x="7527" y="12148"/>
                  </a:cubicBezTo>
                  <a:cubicBezTo>
                    <a:pt x="7284" y="12148"/>
                    <a:pt x="7078" y="12123"/>
                    <a:pt x="6913" y="12072"/>
                  </a:cubicBezTo>
                  <a:cubicBezTo>
                    <a:pt x="4861" y="11459"/>
                    <a:pt x="3049" y="9354"/>
                    <a:pt x="1930" y="9141"/>
                  </a:cubicBezTo>
                  <a:cubicBezTo>
                    <a:pt x="1858" y="9128"/>
                    <a:pt x="1786" y="9122"/>
                    <a:pt x="1716" y="9122"/>
                  </a:cubicBezTo>
                  <a:cubicBezTo>
                    <a:pt x="729" y="9122"/>
                    <a:pt x="1" y="10295"/>
                    <a:pt x="225" y="11166"/>
                  </a:cubicBezTo>
                  <a:cubicBezTo>
                    <a:pt x="491" y="12098"/>
                    <a:pt x="7206" y="20039"/>
                    <a:pt x="15520" y="21158"/>
                  </a:cubicBezTo>
                  <a:cubicBezTo>
                    <a:pt x="15857" y="21202"/>
                    <a:pt x="16244" y="21224"/>
                    <a:pt x="16675" y="21224"/>
                  </a:cubicBezTo>
                  <a:cubicBezTo>
                    <a:pt x="26880" y="21224"/>
                    <a:pt x="62192" y="9291"/>
                    <a:pt x="63828" y="7169"/>
                  </a:cubicBezTo>
                  <a:cubicBezTo>
                    <a:pt x="65560" y="4931"/>
                    <a:pt x="49626" y="54"/>
                    <a:pt x="45603" y="1"/>
                  </a:cubicBezTo>
                  <a:cubicBezTo>
                    <a:pt x="45558" y="1"/>
                    <a:pt x="45513" y="0"/>
                    <a:pt x="45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134200" y="943300"/>
              <a:ext cx="3178875" cy="2361800"/>
            </a:xfrm>
            <a:custGeom>
              <a:avLst/>
              <a:gdLst/>
              <a:ahLst/>
              <a:cxnLst/>
              <a:rect l="l" t="t" r="r" b="b"/>
              <a:pathLst>
                <a:path w="127155" h="94472" extrusionOk="0">
                  <a:moveTo>
                    <a:pt x="4557" y="1"/>
                  </a:moveTo>
                  <a:lnTo>
                    <a:pt x="4557" y="1"/>
                  </a:lnTo>
                  <a:cubicBezTo>
                    <a:pt x="4557" y="1"/>
                    <a:pt x="0" y="23263"/>
                    <a:pt x="21610" y="29338"/>
                  </a:cubicBezTo>
                  <a:cubicBezTo>
                    <a:pt x="21610" y="29338"/>
                    <a:pt x="17134" y="72211"/>
                    <a:pt x="42900" y="87426"/>
                  </a:cubicBezTo>
                  <a:cubicBezTo>
                    <a:pt x="43699" y="87879"/>
                    <a:pt x="44499" y="88332"/>
                    <a:pt x="45325" y="88731"/>
                  </a:cubicBezTo>
                  <a:cubicBezTo>
                    <a:pt x="52962" y="92630"/>
                    <a:pt x="61898" y="94472"/>
                    <a:pt x="70867" y="94472"/>
                  </a:cubicBezTo>
                  <a:cubicBezTo>
                    <a:pt x="87339" y="94472"/>
                    <a:pt x="103925" y="88260"/>
                    <a:pt x="112792" y="77167"/>
                  </a:cubicBezTo>
                  <a:cubicBezTo>
                    <a:pt x="125209" y="61659"/>
                    <a:pt x="124090" y="53239"/>
                    <a:pt x="123291" y="52600"/>
                  </a:cubicBezTo>
                  <a:cubicBezTo>
                    <a:pt x="123291" y="52600"/>
                    <a:pt x="123264" y="52573"/>
                    <a:pt x="123264" y="52573"/>
                  </a:cubicBezTo>
                  <a:cubicBezTo>
                    <a:pt x="127154" y="52307"/>
                    <a:pt x="115910" y="43540"/>
                    <a:pt x="103146" y="43274"/>
                  </a:cubicBezTo>
                  <a:cubicBezTo>
                    <a:pt x="102938" y="43270"/>
                    <a:pt x="102730" y="43268"/>
                    <a:pt x="102521" y="43268"/>
                  </a:cubicBezTo>
                  <a:cubicBezTo>
                    <a:pt x="88442" y="43268"/>
                    <a:pt x="72416" y="52020"/>
                    <a:pt x="55743" y="56064"/>
                  </a:cubicBezTo>
                  <a:cubicBezTo>
                    <a:pt x="54248" y="56428"/>
                    <a:pt x="52810" y="56599"/>
                    <a:pt x="51429" y="56599"/>
                  </a:cubicBezTo>
                  <a:cubicBezTo>
                    <a:pt x="37973" y="56599"/>
                    <a:pt x="29984" y="40369"/>
                    <a:pt x="27978" y="28938"/>
                  </a:cubicBezTo>
                  <a:cubicBezTo>
                    <a:pt x="27978" y="28938"/>
                    <a:pt x="46577" y="27313"/>
                    <a:pt x="48549" y="6423"/>
                  </a:cubicBezTo>
                  <a:lnTo>
                    <a:pt x="48549" y="6423"/>
                  </a:lnTo>
                  <a:cubicBezTo>
                    <a:pt x="48549" y="6423"/>
                    <a:pt x="44792" y="10766"/>
                    <a:pt x="40129" y="12258"/>
                  </a:cubicBezTo>
                  <a:cubicBezTo>
                    <a:pt x="35439" y="13750"/>
                    <a:pt x="27072" y="14496"/>
                    <a:pt x="24781" y="22916"/>
                  </a:cubicBezTo>
                  <a:cubicBezTo>
                    <a:pt x="24781" y="22916"/>
                    <a:pt x="21317" y="12498"/>
                    <a:pt x="10978" y="8394"/>
                  </a:cubicBezTo>
                  <a:cubicBezTo>
                    <a:pt x="6635" y="6662"/>
                    <a:pt x="4557" y="1"/>
                    <a:pt x="4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3"/>
            <p:cNvSpPr/>
            <p:nvPr/>
          </p:nvSpPr>
          <p:spPr>
            <a:xfrm>
              <a:off x="1867500" y="2358725"/>
              <a:ext cx="97950" cy="94225"/>
            </a:xfrm>
            <a:custGeom>
              <a:avLst/>
              <a:gdLst/>
              <a:ahLst/>
              <a:cxnLst/>
              <a:rect l="l" t="t" r="r" b="b"/>
              <a:pathLst>
                <a:path w="3918" h="3769" extrusionOk="0">
                  <a:moveTo>
                    <a:pt x="1956" y="1"/>
                  </a:moveTo>
                  <a:cubicBezTo>
                    <a:pt x="1908" y="1"/>
                    <a:pt x="1861" y="2"/>
                    <a:pt x="1813" y="6"/>
                  </a:cubicBezTo>
                  <a:cubicBezTo>
                    <a:pt x="773" y="86"/>
                    <a:pt x="1" y="992"/>
                    <a:pt x="81" y="2031"/>
                  </a:cubicBezTo>
                  <a:cubicBezTo>
                    <a:pt x="131" y="3021"/>
                    <a:pt x="956" y="3769"/>
                    <a:pt x="1932" y="3769"/>
                  </a:cubicBezTo>
                  <a:cubicBezTo>
                    <a:pt x="1980" y="3769"/>
                    <a:pt x="2030" y="3767"/>
                    <a:pt x="2079" y="3763"/>
                  </a:cubicBezTo>
                  <a:cubicBezTo>
                    <a:pt x="3118" y="3683"/>
                    <a:pt x="3918" y="2804"/>
                    <a:pt x="3838" y="1765"/>
                  </a:cubicBezTo>
                  <a:cubicBezTo>
                    <a:pt x="3761" y="774"/>
                    <a:pt x="2934" y="1"/>
                    <a:pt x="1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3"/>
            <p:cNvSpPr/>
            <p:nvPr/>
          </p:nvSpPr>
          <p:spPr>
            <a:xfrm>
              <a:off x="1266650" y="2249325"/>
              <a:ext cx="2012450" cy="1057600"/>
            </a:xfrm>
            <a:custGeom>
              <a:avLst/>
              <a:gdLst/>
              <a:ahLst/>
              <a:cxnLst/>
              <a:rect l="l" t="t" r="r" b="b"/>
              <a:pathLst>
                <a:path w="80498" h="42304" extrusionOk="0">
                  <a:moveTo>
                    <a:pt x="72880" y="0"/>
                  </a:moveTo>
                  <a:cubicBezTo>
                    <a:pt x="66829" y="0"/>
                    <a:pt x="56138" y="1129"/>
                    <a:pt x="42181" y="6727"/>
                  </a:cubicBezTo>
                  <a:cubicBezTo>
                    <a:pt x="33201" y="10324"/>
                    <a:pt x="31016" y="23540"/>
                    <a:pt x="22303" y="30282"/>
                  </a:cubicBezTo>
                  <a:cubicBezTo>
                    <a:pt x="16389" y="34876"/>
                    <a:pt x="8100" y="36575"/>
                    <a:pt x="2207" y="36575"/>
                  </a:cubicBezTo>
                  <a:cubicBezTo>
                    <a:pt x="1436" y="36575"/>
                    <a:pt x="705" y="36546"/>
                    <a:pt x="27" y="36490"/>
                  </a:cubicBezTo>
                  <a:lnTo>
                    <a:pt x="0" y="36490"/>
                  </a:lnTo>
                  <a:cubicBezTo>
                    <a:pt x="7725" y="40434"/>
                    <a:pt x="16793" y="42303"/>
                    <a:pt x="25929" y="42303"/>
                  </a:cubicBezTo>
                  <a:cubicBezTo>
                    <a:pt x="42413" y="42303"/>
                    <a:pt x="59123" y="36218"/>
                    <a:pt x="68587" y="25246"/>
                  </a:cubicBezTo>
                  <a:cubicBezTo>
                    <a:pt x="80497" y="11443"/>
                    <a:pt x="78792" y="998"/>
                    <a:pt x="77993" y="359"/>
                  </a:cubicBezTo>
                  <a:cubicBezTo>
                    <a:pt x="77210" y="207"/>
                    <a:pt x="75470" y="0"/>
                    <a:pt x="72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3"/>
            <p:cNvSpPr/>
            <p:nvPr/>
          </p:nvSpPr>
          <p:spPr>
            <a:xfrm>
              <a:off x="2051775" y="2238925"/>
              <a:ext cx="1162700" cy="198675"/>
            </a:xfrm>
            <a:custGeom>
              <a:avLst/>
              <a:gdLst/>
              <a:ahLst/>
              <a:cxnLst/>
              <a:rect l="l" t="t" r="r" b="b"/>
              <a:pathLst>
                <a:path w="46508" h="7947" extrusionOk="0">
                  <a:moveTo>
                    <a:pt x="41902" y="0"/>
                  </a:moveTo>
                  <a:cubicBezTo>
                    <a:pt x="41567" y="0"/>
                    <a:pt x="41237" y="2"/>
                    <a:pt x="40912" y="2"/>
                  </a:cubicBezTo>
                  <a:cubicBezTo>
                    <a:pt x="38914" y="2"/>
                    <a:pt x="36915" y="82"/>
                    <a:pt x="34917" y="242"/>
                  </a:cubicBezTo>
                  <a:cubicBezTo>
                    <a:pt x="31160" y="561"/>
                    <a:pt x="27429" y="1148"/>
                    <a:pt x="23752" y="1974"/>
                  </a:cubicBezTo>
                  <a:cubicBezTo>
                    <a:pt x="19968" y="2826"/>
                    <a:pt x="16318" y="4079"/>
                    <a:pt x="12667" y="5358"/>
                  </a:cubicBezTo>
                  <a:cubicBezTo>
                    <a:pt x="10133" y="6249"/>
                    <a:pt x="7484" y="7014"/>
                    <a:pt x="4841" y="7014"/>
                  </a:cubicBezTo>
                  <a:cubicBezTo>
                    <a:pt x="3454" y="7014"/>
                    <a:pt x="2069" y="6804"/>
                    <a:pt x="703" y="6290"/>
                  </a:cubicBezTo>
                  <a:cubicBezTo>
                    <a:pt x="661" y="6277"/>
                    <a:pt x="619" y="6271"/>
                    <a:pt x="579" y="6271"/>
                  </a:cubicBezTo>
                  <a:cubicBezTo>
                    <a:pt x="220" y="6271"/>
                    <a:pt x="0" y="6762"/>
                    <a:pt x="384" y="6930"/>
                  </a:cubicBezTo>
                  <a:cubicBezTo>
                    <a:pt x="1965" y="7656"/>
                    <a:pt x="3609" y="7946"/>
                    <a:pt x="5267" y="7946"/>
                  </a:cubicBezTo>
                  <a:cubicBezTo>
                    <a:pt x="7018" y="7946"/>
                    <a:pt x="8785" y="7622"/>
                    <a:pt x="10509" y="7143"/>
                  </a:cubicBezTo>
                  <a:cubicBezTo>
                    <a:pt x="14293" y="6077"/>
                    <a:pt x="17890" y="4505"/>
                    <a:pt x="21700" y="3519"/>
                  </a:cubicBezTo>
                  <a:cubicBezTo>
                    <a:pt x="25804" y="2453"/>
                    <a:pt x="29961" y="1707"/>
                    <a:pt x="34171" y="1308"/>
                  </a:cubicBezTo>
                  <a:cubicBezTo>
                    <a:pt x="36169" y="1094"/>
                    <a:pt x="38167" y="988"/>
                    <a:pt x="40166" y="881"/>
                  </a:cubicBezTo>
                  <a:cubicBezTo>
                    <a:pt x="40653" y="862"/>
                    <a:pt x="41145" y="858"/>
                    <a:pt x="41641" y="858"/>
                  </a:cubicBezTo>
                  <a:cubicBezTo>
                    <a:pt x="41997" y="858"/>
                    <a:pt x="42355" y="860"/>
                    <a:pt x="42714" y="860"/>
                  </a:cubicBezTo>
                  <a:cubicBezTo>
                    <a:pt x="43956" y="860"/>
                    <a:pt x="45202" y="836"/>
                    <a:pt x="46401" y="615"/>
                  </a:cubicBezTo>
                  <a:cubicBezTo>
                    <a:pt x="46508" y="588"/>
                    <a:pt x="46508" y="455"/>
                    <a:pt x="46401" y="428"/>
                  </a:cubicBezTo>
                  <a:cubicBezTo>
                    <a:pt x="44984" y="36"/>
                    <a:pt x="43406" y="0"/>
                    <a:pt x="41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2650600" y="2334025"/>
              <a:ext cx="526950" cy="734000"/>
            </a:xfrm>
            <a:custGeom>
              <a:avLst/>
              <a:gdLst/>
              <a:ahLst/>
              <a:cxnLst/>
              <a:rect l="l" t="t" r="r" b="b"/>
              <a:pathLst>
                <a:path w="21078" h="29360" extrusionOk="0">
                  <a:moveTo>
                    <a:pt x="20960" y="1"/>
                  </a:moveTo>
                  <a:cubicBezTo>
                    <a:pt x="20911" y="1"/>
                    <a:pt x="20861" y="28"/>
                    <a:pt x="20849" y="88"/>
                  </a:cubicBezTo>
                  <a:cubicBezTo>
                    <a:pt x="17652" y="11999"/>
                    <a:pt x="10271" y="22311"/>
                    <a:pt x="66" y="29239"/>
                  </a:cubicBezTo>
                  <a:cubicBezTo>
                    <a:pt x="1" y="29282"/>
                    <a:pt x="41" y="29360"/>
                    <a:pt x="101" y="29360"/>
                  </a:cubicBezTo>
                  <a:cubicBezTo>
                    <a:pt x="115" y="29360"/>
                    <a:pt x="130" y="29355"/>
                    <a:pt x="145" y="29345"/>
                  </a:cubicBezTo>
                  <a:cubicBezTo>
                    <a:pt x="10751" y="23030"/>
                    <a:pt x="18478" y="12212"/>
                    <a:pt x="21062" y="115"/>
                  </a:cubicBezTo>
                  <a:cubicBezTo>
                    <a:pt x="21077" y="42"/>
                    <a:pt x="21019" y="1"/>
                    <a:pt x="209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2182600" y="3094650"/>
              <a:ext cx="422700" cy="136900"/>
            </a:xfrm>
            <a:custGeom>
              <a:avLst/>
              <a:gdLst/>
              <a:ahLst/>
              <a:cxnLst/>
              <a:rect l="l" t="t" r="r" b="b"/>
              <a:pathLst>
                <a:path w="16908" h="5476" extrusionOk="0">
                  <a:moveTo>
                    <a:pt x="16808" y="0"/>
                  </a:moveTo>
                  <a:cubicBezTo>
                    <a:pt x="16793" y="0"/>
                    <a:pt x="16778" y="4"/>
                    <a:pt x="16760" y="13"/>
                  </a:cubicBezTo>
                  <a:cubicBezTo>
                    <a:pt x="11378" y="2491"/>
                    <a:pt x="6022" y="4329"/>
                    <a:pt x="133" y="5235"/>
                  </a:cubicBezTo>
                  <a:cubicBezTo>
                    <a:pt x="0" y="5262"/>
                    <a:pt x="0" y="5475"/>
                    <a:pt x="160" y="5475"/>
                  </a:cubicBezTo>
                  <a:cubicBezTo>
                    <a:pt x="5916" y="4862"/>
                    <a:pt x="11831" y="3130"/>
                    <a:pt x="16840" y="146"/>
                  </a:cubicBezTo>
                  <a:cubicBezTo>
                    <a:pt x="16907" y="101"/>
                    <a:pt x="16881" y="0"/>
                    <a:pt x="16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1690500" y="2468425"/>
              <a:ext cx="739675" cy="681900"/>
            </a:xfrm>
            <a:custGeom>
              <a:avLst/>
              <a:gdLst/>
              <a:ahLst/>
              <a:cxnLst/>
              <a:rect l="l" t="t" r="r" b="b"/>
              <a:pathLst>
                <a:path w="29587" h="27276" extrusionOk="0">
                  <a:moveTo>
                    <a:pt x="29491" y="0"/>
                  </a:moveTo>
                  <a:cubicBezTo>
                    <a:pt x="29475" y="0"/>
                    <a:pt x="29457" y="5"/>
                    <a:pt x="29437" y="15"/>
                  </a:cubicBezTo>
                  <a:cubicBezTo>
                    <a:pt x="24081" y="3612"/>
                    <a:pt x="20963" y="9154"/>
                    <a:pt x="17286" y="14297"/>
                  </a:cubicBezTo>
                  <a:cubicBezTo>
                    <a:pt x="15208" y="17228"/>
                    <a:pt x="12890" y="19946"/>
                    <a:pt x="10012" y="22131"/>
                  </a:cubicBezTo>
                  <a:cubicBezTo>
                    <a:pt x="7001" y="24422"/>
                    <a:pt x="3643" y="25781"/>
                    <a:pt x="100" y="27087"/>
                  </a:cubicBezTo>
                  <a:cubicBezTo>
                    <a:pt x="0" y="27112"/>
                    <a:pt x="40" y="27276"/>
                    <a:pt x="132" y="27276"/>
                  </a:cubicBezTo>
                  <a:cubicBezTo>
                    <a:pt x="139" y="27276"/>
                    <a:pt x="146" y="27275"/>
                    <a:pt x="153" y="27273"/>
                  </a:cubicBezTo>
                  <a:cubicBezTo>
                    <a:pt x="6841" y="26074"/>
                    <a:pt x="12650" y="21438"/>
                    <a:pt x="16673" y="16162"/>
                  </a:cubicBezTo>
                  <a:cubicBezTo>
                    <a:pt x="20803" y="10753"/>
                    <a:pt x="23974" y="4305"/>
                    <a:pt x="29543" y="121"/>
                  </a:cubicBezTo>
                  <a:cubicBezTo>
                    <a:pt x="29586" y="78"/>
                    <a:pt x="29560" y="0"/>
                    <a:pt x="29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3"/>
            <p:cNvSpPr/>
            <p:nvPr/>
          </p:nvSpPr>
          <p:spPr>
            <a:xfrm>
              <a:off x="1545975" y="3163875"/>
              <a:ext cx="73075" cy="15100"/>
            </a:xfrm>
            <a:custGeom>
              <a:avLst/>
              <a:gdLst/>
              <a:ahLst/>
              <a:cxnLst/>
              <a:rect l="l" t="t" r="r" b="b"/>
              <a:pathLst>
                <a:path w="2923" h="604" extrusionOk="0">
                  <a:moveTo>
                    <a:pt x="2610" y="0"/>
                  </a:moveTo>
                  <a:cubicBezTo>
                    <a:pt x="2244" y="0"/>
                    <a:pt x="1877" y="78"/>
                    <a:pt x="1511" y="121"/>
                  </a:cubicBezTo>
                  <a:cubicBezTo>
                    <a:pt x="1058" y="201"/>
                    <a:pt x="605" y="255"/>
                    <a:pt x="152" y="361"/>
                  </a:cubicBezTo>
                  <a:cubicBezTo>
                    <a:pt x="0" y="387"/>
                    <a:pt x="64" y="603"/>
                    <a:pt x="184" y="603"/>
                  </a:cubicBezTo>
                  <a:cubicBezTo>
                    <a:pt x="191" y="603"/>
                    <a:pt x="198" y="602"/>
                    <a:pt x="205" y="601"/>
                  </a:cubicBezTo>
                  <a:cubicBezTo>
                    <a:pt x="685" y="574"/>
                    <a:pt x="1164" y="468"/>
                    <a:pt x="1644" y="388"/>
                  </a:cubicBezTo>
                  <a:cubicBezTo>
                    <a:pt x="2044" y="308"/>
                    <a:pt x="2496" y="255"/>
                    <a:pt x="2870" y="95"/>
                  </a:cubicBezTo>
                  <a:cubicBezTo>
                    <a:pt x="2923" y="95"/>
                    <a:pt x="2923" y="15"/>
                    <a:pt x="2870" y="15"/>
                  </a:cubicBezTo>
                  <a:cubicBezTo>
                    <a:pt x="2783" y="5"/>
                    <a:pt x="2697" y="0"/>
                    <a:pt x="2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3"/>
            <p:cNvSpPr/>
            <p:nvPr/>
          </p:nvSpPr>
          <p:spPr>
            <a:xfrm>
              <a:off x="1696300" y="2357325"/>
              <a:ext cx="1172675" cy="877550"/>
            </a:xfrm>
            <a:custGeom>
              <a:avLst/>
              <a:gdLst/>
              <a:ahLst/>
              <a:cxnLst/>
              <a:rect l="l" t="t" r="r" b="b"/>
              <a:pathLst>
                <a:path w="46907" h="35102" extrusionOk="0">
                  <a:moveTo>
                    <a:pt x="46737" y="1"/>
                  </a:moveTo>
                  <a:cubicBezTo>
                    <a:pt x="46697" y="1"/>
                    <a:pt x="46657" y="19"/>
                    <a:pt x="46631" y="62"/>
                  </a:cubicBezTo>
                  <a:cubicBezTo>
                    <a:pt x="36399" y="17195"/>
                    <a:pt x="21211" y="33529"/>
                    <a:pt x="54" y="35021"/>
                  </a:cubicBezTo>
                  <a:cubicBezTo>
                    <a:pt x="1" y="35021"/>
                    <a:pt x="1" y="35101"/>
                    <a:pt x="54" y="35101"/>
                  </a:cubicBezTo>
                  <a:cubicBezTo>
                    <a:pt x="21237" y="33982"/>
                    <a:pt x="37198" y="17782"/>
                    <a:pt x="46871" y="169"/>
                  </a:cubicBezTo>
                  <a:cubicBezTo>
                    <a:pt x="46907" y="79"/>
                    <a:pt x="46821" y="1"/>
                    <a:pt x="467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3"/>
            <p:cNvSpPr/>
            <p:nvPr/>
          </p:nvSpPr>
          <p:spPr>
            <a:xfrm>
              <a:off x="2488325" y="2458750"/>
              <a:ext cx="558050" cy="620125"/>
            </a:xfrm>
            <a:custGeom>
              <a:avLst/>
              <a:gdLst/>
              <a:ahLst/>
              <a:cxnLst/>
              <a:rect l="l" t="t" r="r" b="b"/>
              <a:pathLst>
                <a:path w="22322" h="24805" extrusionOk="0">
                  <a:moveTo>
                    <a:pt x="22266" y="1"/>
                  </a:moveTo>
                  <a:cubicBezTo>
                    <a:pt x="22250" y="1"/>
                    <a:pt x="22234" y="10"/>
                    <a:pt x="22224" y="29"/>
                  </a:cubicBezTo>
                  <a:cubicBezTo>
                    <a:pt x="19640" y="5091"/>
                    <a:pt x="16922" y="9834"/>
                    <a:pt x="13111" y="14098"/>
                  </a:cubicBezTo>
                  <a:cubicBezTo>
                    <a:pt x="9328" y="18308"/>
                    <a:pt x="4904" y="21665"/>
                    <a:pt x="82" y="24623"/>
                  </a:cubicBezTo>
                  <a:lnTo>
                    <a:pt x="108" y="24623"/>
                  </a:lnTo>
                  <a:cubicBezTo>
                    <a:pt x="0" y="24687"/>
                    <a:pt x="67" y="24804"/>
                    <a:pt x="153" y="24804"/>
                  </a:cubicBezTo>
                  <a:cubicBezTo>
                    <a:pt x="173" y="24804"/>
                    <a:pt x="194" y="24798"/>
                    <a:pt x="215" y="24783"/>
                  </a:cubicBezTo>
                  <a:cubicBezTo>
                    <a:pt x="9834" y="19800"/>
                    <a:pt x="18654" y="10367"/>
                    <a:pt x="22304" y="82"/>
                  </a:cubicBezTo>
                  <a:cubicBezTo>
                    <a:pt x="22321" y="30"/>
                    <a:pt x="22294" y="1"/>
                    <a:pt x="22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3"/>
            <p:cNvSpPr/>
            <p:nvPr/>
          </p:nvSpPr>
          <p:spPr>
            <a:xfrm>
              <a:off x="1845925" y="2844575"/>
              <a:ext cx="377775" cy="289950"/>
            </a:xfrm>
            <a:custGeom>
              <a:avLst/>
              <a:gdLst/>
              <a:ahLst/>
              <a:cxnLst/>
              <a:rect l="l" t="t" r="r" b="b"/>
              <a:pathLst>
                <a:path w="15111" h="11598" extrusionOk="0">
                  <a:moveTo>
                    <a:pt x="15069" y="1"/>
                  </a:moveTo>
                  <a:cubicBezTo>
                    <a:pt x="15058" y="1"/>
                    <a:pt x="15048" y="7"/>
                    <a:pt x="15039" y="24"/>
                  </a:cubicBezTo>
                  <a:cubicBezTo>
                    <a:pt x="12961" y="2448"/>
                    <a:pt x="10856" y="4740"/>
                    <a:pt x="8325" y="6685"/>
                  </a:cubicBezTo>
                  <a:cubicBezTo>
                    <a:pt x="5767" y="8657"/>
                    <a:pt x="2995" y="10016"/>
                    <a:pt x="118" y="11401"/>
                  </a:cubicBezTo>
                  <a:cubicBezTo>
                    <a:pt x="1" y="11448"/>
                    <a:pt x="27" y="11597"/>
                    <a:pt x="126" y="11597"/>
                  </a:cubicBezTo>
                  <a:cubicBezTo>
                    <a:pt x="139" y="11597"/>
                    <a:pt x="155" y="11594"/>
                    <a:pt x="171" y="11588"/>
                  </a:cubicBezTo>
                  <a:cubicBezTo>
                    <a:pt x="6006" y="9696"/>
                    <a:pt x="11735" y="5166"/>
                    <a:pt x="15093" y="50"/>
                  </a:cubicBezTo>
                  <a:cubicBezTo>
                    <a:pt x="15111" y="32"/>
                    <a:pt x="15091" y="1"/>
                    <a:pt x="15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3"/>
            <p:cNvSpPr/>
            <p:nvPr/>
          </p:nvSpPr>
          <p:spPr>
            <a:xfrm>
              <a:off x="2303025" y="2475175"/>
              <a:ext cx="373200" cy="421350"/>
            </a:xfrm>
            <a:custGeom>
              <a:avLst/>
              <a:gdLst/>
              <a:ahLst/>
              <a:cxnLst/>
              <a:rect l="l" t="t" r="r" b="b"/>
              <a:pathLst>
                <a:path w="14928" h="16854" extrusionOk="0">
                  <a:moveTo>
                    <a:pt x="14873" y="1"/>
                  </a:moveTo>
                  <a:cubicBezTo>
                    <a:pt x="14864" y="1"/>
                    <a:pt x="14855" y="4"/>
                    <a:pt x="14848" y="11"/>
                  </a:cubicBezTo>
                  <a:cubicBezTo>
                    <a:pt x="10611" y="6166"/>
                    <a:pt x="5628" y="11602"/>
                    <a:pt x="86" y="16638"/>
                  </a:cubicBezTo>
                  <a:cubicBezTo>
                    <a:pt x="0" y="16703"/>
                    <a:pt x="105" y="16854"/>
                    <a:pt x="205" y="16854"/>
                  </a:cubicBezTo>
                  <a:cubicBezTo>
                    <a:pt x="228" y="16854"/>
                    <a:pt x="252" y="16845"/>
                    <a:pt x="273" y="16825"/>
                  </a:cubicBezTo>
                  <a:cubicBezTo>
                    <a:pt x="6028" y="12108"/>
                    <a:pt x="10931" y="6326"/>
                    <a:pt x="14928" y="64"/>
                  </a:cubicBezTo>
                  <a:cubicBezTo>
                    <a:pt x="14928" y="25"/>
                    <a:pt x="14899" y="1"/>
                    <a:pt x="148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3"/>
            <p:cNvSpPr/>
            <p:nvPr/>
          </p:nvSpPr>
          <p:spPr>
            <a:xfrm>
              <a:off x="1128075" y="2353950"/>
              <a:ext cx="40000" cy="31425"/>
            </a:xfrm>
            <a:custGeom>
              <a:avLst/>
              <a:gdLst/>
              <a:ahLst/>
              <a:cxnLst/>
              <a:rect l="l" t="t" r="r" b="b"/>
              <a:pathLst>
                <a:path w="1600" h="1257" extrusionOk="0">
                  <a:moveTo>
                    <a:pt x="481" y="0"/>
                  </a:moveTo>
                  <a:cubicBezTo>
                    <a:pt x="415" y="0"/>
                    <a:pt x="367" y="25"/>
                    <a:pt x="347" y="64"/>
                  </a:cubicBezTo>
                  <a:cubicBezTo>
                    <a:pt x="107" y="197"/>
                    <a:pt x="1" y="490"/>
                    <a:pt x="161" y="703"/>
                  </a:cubicBezTo>
                  <a:cubicBezTo>
                    <a:pt x="321" y="943"/>
                    <a:pt x="534" y="1130"/>
                    <a:pt x="800" y="1210"/>
                  </a:cubicBezTo>
                  <a:cubicBezTo>
                    <a:pt x="885" y="1238"/>
                    <a:pt x="980" y="1256"/>
                    <a:pt x="1073" y="1256"/>
                  </a:cubicBezTo>
                  <a:cubicBezTo>
                    <a:pt x="1243" y="1256"/>
                    <a:pt x="1407" y="1195"/>
                    <a:pt x="1493" y="1023"/>
                  </a:cubicBezTo>
                  <a:cubicBezTo>
                    <a:pt x="1600" y="837"/>
                    <a:pt x="1546" y="677"/>
                    <a:pt x="1440" y="544"/>
                  </a:cubicBezTo>
                  <a:cubicBezTo>
                    <a:pt x="1364" y="217"/>
                    <a:pt x="980" y="8"/>
                    <a:pt x="624" y="8"/>
                  </a:cubicBezTo>
                  <a:cubicBezTo>
                    <a:pt x="603" y="8"/>
                    <a:pt x="581" y="9"/>
                    <a:pt x="560" y="11"/>
                  </a:cubicBezTo>
                  <a:cubicBezTo>
                    <a:pt x="532" y="3"/>
                    <a:pt x="505" y="0"/>
                    <a:pt x="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1044150" y="2345925"/>
              <a:ext cx="61975" cy="50350"/>
            </a:xfrm>
            <a:custGeom>
              <a:avLst/>
              <a:gdLst/>
              <a:ahLst/>
              <a:cxnLst/>
              <a:rect l="l" t="t" r="r" b="b"/>
              <a:pathLst>
                <a:path w="2479" h="2014" extrusionOk="0">
                  <a:moveTo>
                    <a:pt x="671" y="1"/>
                  </a:moveTo>
                  <a:cubicBezTo>
                    <a:pt x="461" y="1"/>
                    <a:pt x="270" y="82"/>
                    <a:pt x="134" y="278"/>
                  </a:cubicBezTo>
                  <a:cubicBezTo>
                    <a:pt x="27" y="438"/>
                    <a:pt x="0" y="598"/>
                    <a:pt x="27" y="758"/>
                  </a:cubicBezTo>
                  <a:cubicBezTo>
                    <a:pt x="27" y="838"/>
                    <a:pt x="27" y="891"/>
                    <a:pt x="54" y="971"/>
                  </a:cubicBezTo>
                  <a:cubicBezTo>
                    <a:pt x="214" y="1397"/>
                    <a:pt x="587" y="1770"/>
                    <a:pt x="1013" y="1930"/>
                  </a:cubicBezTo>
                  <a:cubicBezTo>
                    <a:pt x="1127" y="1987"/>
                    <a:pt x="1257" y="2014"/>
                    <a:pt x="1385" y="2014"/>
                  </a:cubicBezTo>
                  <a:cubicBezTo>
                    <a:pt x="1496" y="2014"/>
                    <a:pt x="1607" y="1994"/>
                    <a:pt x="1706" y="1957"/>
                  </a:cubicBezTo>
                  <a:cubicBezTo>
                    <a:pt x="2185" y="1957"/>
                    <a:pt x="2479" y="1531"/>
                    <a:pt x="2212" y="1104"/>
                  </a:cubicBezTo>
                  <a:cubicBezTo>
                    <a:pt x="2132" y="998"/>
                    <a:pt x="2026" y="891"/>
                    <a:pt x="1919" y="785"/>
                  </a:cubicBezTo>
                  <a:cubicBezTo>
                    <a:pt x="1647" y="368"/>
                    <a:pt x="1117" y="1"/>
                    <a:pt x="6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3"/>
            <p:cNvSpPr/>
            <p:nvPr/>
          </p:nvSpPr>
          <p:spPr>
            <a:xfrm>
              <a:off x="1206700" y="2357225"/>
              <a:ext cx="146075" cy="71250"/>
            </a:xfrm>
            <a:custGeom>
              <a:avLst/>
              <a:gdLst/>
              <a:ahLst/>
              <a:cxnLst/>
              <a:rect l="l" t="t" r="r" b="b"/>
              <a:pathLst>
                <a:path w="5843" h="2850" extrusionOk="0">
                  <a:moveTo>
                    <a:pt x="1334" y="0"/>
                  </a:moveTo>
                  <a:cubicBezTo>
                    <a:pt x="971" y="0"/>
                    <a:pt x="675" y="129"/>
                    <a:pt x="506" y="466"/>
                  </a:cubicBezTo>
                  <a:cubicBezTo>
                    <a:pt x="0" y="1558"/>
                    <a:pt x="1865" y="2544"/>
                    <a:pt x="2665" y="2757"/>
                  </a:cubicBezTo>
                  <a:cubicBezTo>
                    <a:pt x="2850" y="2811"/>
                    <a:pt x="3199" y="2850"/>
                    <a:pt x="3597" y="2850"/>
                  </a:cubicBezTo>
                  <a:cubicBezTo>
                    <a:pt x="4572" y="2850"/>
                    <a:pt x="5842" y="2619"/>
                    <a:pt x="5729" y="1825"/>
                  </a:cubicBezTo>
                  <a:cubicBezTo>
                    <a:pt x="5649" y="1212"/>
                    <a:pt x="4556" y="1052"/>
                    <a:pt x="4104" y="892"/>
                  </a:cubicBezTo>
                  <a:cubicBezTo>
                    <a:pt x="3757" y="759"/>
                    <a:pt x="3411" y="626"/>
                    <a:pt x="3038" y="519"/>
                  </a:cubicBezTo>
                  <a:cubicBezTo>
                    <a:pt x="2452" y="242"/>
                    <a:pt x="1831" y="0"/>
                    <a:pt x="1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3"/>
            <p:cNvSpPr/>
            <p:nvPr/>
          </p:nvSpPr>
          <p:spPr>
            <a:xfrm>
              <a:off x="971700" y="2253125"/>
              <a:ext cx="31850" cy="25050"/>
            </a:xfrm>
            <a:custGeom>
              <a:avLst/>
              <a:gdLst/>
              <a:ahLst/>
              <a:cxnLst/>
              <a:rect l="l" t="t" r="r" b="b"/>
              <a:pathLst>
                <a:path w="1274" h="1002" extrusionOk="0">
                  <a:moveTo>
                    <a:pt x="607" y="0"/>
                  </a:moveTo>
                  <a:cubicBezTo>
                    <a:pt x="580" y="0"/>
                    <a:pt x="554" y="7"/>
                    <a:pt x="527" y="20"/>
                  </a:cubicBezTo>
                  <a:cubicBezTo>
                    <a:pt x="515" y="19"/>
                    <a:pt x="504" y="19"/>
                    <a:pt x="492" y="19"/>
                  </a:cubicBezTo>
                  <a:cubicBezTo>
                    <a:pt x="192" y="19"/>
                    <a:pt x="1" y="350"/>
                    <a:pt x="181" y="606"/>
                  </a:cubicBezTo>
                  <a:cubicBezTo>
                    <a:pt x="294" y="777"/>
                    <a:pt x="516" y="1002"/>
                    <a:pt x="740" y="1002"/>
                  </a:cubicBezTo>
                  <a:cubicBezTo>
                    <a:pt x="831" y="1002"/>
                    <a:pt x="922" y="965"/>
                    <a:pt x="1007" y="873"/>
                  </a:cubicBezTo>
                  <a:cubicBezTo>
                    <a:pt x="1273" y="580"/>
                    <a:pt x="980" y="153"/>
                    <a:pt x="687" y="20"/>
                  </a:cubicBezTo>
                  <a:cubicBezTo>
                    <a:pt x="660" y="7"/>
                    <a:pt x="634" y="0"/>
                    <a:pt x="6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3"/>
            <p:cNvSpPr/>
            <p:nvPr/>
          </p:nvSpPr>
          <p:spPr>
            <a:xfrm>
              <a:off x="1005525" y="2228075"/>
              <a:ext cx="99275" cy="80725"/>
            </a:xfrm>
            <a:custGeom>
              <a:avLst/>
              <a:gdLst/>
              <a:ahLst/>
              <a:cxnLst/>
              <a:rect l="l" t="t" r="r" b="b"/>
              <a:pathLst>
                <a:path w="3971" h="3229" extrusionOk="0">
                  <a:moveTo>
                    <a:pt x="1164" y="1"/>
                  </a:moveTo>
                  <a:cubicBezTo>
                    <a:pt x="829" y="1"/>
                    <a:pt x="530" y="148"/>
                    <a:pt x="346" y="516"/>
                  </a:cubicBezTo>
                  <a:cubicBezTo>
                    <a:pt x="0" y="1209"/>
                    <a:pt x="453" y="2035"/>
                    <a:pt x="933" y="2514"/>
                  </a:cubicBezTo>
                  <a:cubicBezTo>
                    <a:pt x="1369" y="2951"/>
                    <a:pt x="1964" y="3229"/>
                    <a:pt x="2581" y="3229"/>
                  </a:cubicBezTo>
                  <a:cubicBezTo>
                    <a:pt x="2680" y="3229"/>
                    <a:pt x="2779" y="3222"/>
                    <a:pt x="2878" y="3207"/>
                  </a:cubicBezTo>
                  <a:cubicBezTo>
                    <a:pt x="3224" y="3154"/>
                    <a:pt x="3677" y="2994"/>
                    <a:pt x="3837" y="2674"/>
                  </a:cubicBezTo>
                  <a:cubicBezTo>
                    <a:pt x="3970" y="2381"/>
                    <a:pt x="3810" y="2061"/>
                    <a:pt x="3704" y="1795"/>
                  </a:cubicBezTo>
                  <a:cubicBezTo>
                    <a:pt x="3384" y="1209"/>
                    <a:pt x="2851" y="782"/>
                    <a:pt x="2318" y="409"/>
                  </a:cubicBezTo>
                  <a:cubicBezTo>
                    <a:pt x="2292" y="409"/>
                    <a:pt x="2265" y="383"/>
                    <a:pt x="2238" y="383"/>
                  </a:cubicBezTo>
                  <a:cubicBezTo>
                    <a:pt x="2132" y="303"/>
                    <a:pt x="2025" y="249"/>
                    <a:pt x="1919" y="169"/>
                  </a:cubicBezTo>
                  <a:cubicBezTo>
                    <a:pt x="1865" y="143"/>
                    <a:pt x="1839" y="143"/>
                    <a:pt x="1785" y="143"/>
                  </a:cubicBezTo>
                  <a:cubicBezTo>
                    <a:pt x="1576" y="53"/>
                    <a:pt x="1364" y="1"/>
                    <a:pt x="1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3"/>
            <p:cNvSpPr/>
            <p:nvPr/>
          </p:nvSpPr>
          <p:spPr>
            <a:xfrm>
              <a:off x="1309950" y="2449125"/>
              <a:ext cx="90600" cy="50650"/>
            </a:xfrm>
            <a:custGeom>
              <a:avLst/>
              <a:gdLst/>
              <a:ahLst/>
              <a:cxnLst/>
              <a:rect l="l" t="t" r="r" b="b"/>
              <a:pathLst>
                <a:path w="3624" h="2026" extrusionOk="0">
                  <a:moveTo>
                    <a:pt x="1657" y="1"/>
                  </a:moveTo>
                  <a:cubicBezTo>
                    <a:pt x="1289" y="1"/>
                    <a:pt x="939" y="49"/>
                    <a:pt x="693" y="121"/>
                  </a:cubicBezTo>
                  <a:cubicBezTo>
                    <a:pt x="267" y="254"/>
                    <a:pt x="0" y="627"/>
                    <a:pt x="53" y="1106"/>
                  </a:cubicBezTo>
                  <a:cubicBezTo>
                    <a:pt x="133" y="1613"/>
                    <a:pt x="586" y="1906"/>
                    <a:pt x="1039" y="1986"/>
                  </a:cubicBezTo>
                  <a:cubicBezTo>
                    <a:pt x="1187" y="2009"/>
                    <a:pt x="1389" y="2025"/>
                    <a:pt x="1615" y="2025"/>
                  </a:cubicBezTo>
                  <a:cubicBezTo>
                    <a:pt x="2406" y="2025"/>
                    <a:pt x="3488" y="1832"/>
                    <a:pt x="3571" y="1106"/>
                  </a:cubicBezTo>
                  <a:cubicBezTo>
                    <a:pt x="3624" y="813"/>
                    <a:pt x="3464" y="600"/>
                    <a:pt x="3224" y="467"/>
                  </a:cubicBezTo>
                  <a:cubicBezTo>
                    <a:pt x="2880" y="123"/>
                    <a:pt x="2244" y="1"/>
                    <a:pt x="1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3"/>
            <p:cNvSpPr/>
            <p:nvPr/>
          </p:nvSpPr>
          <p:spPr>
            <a:xfrm>
              <a:off x="1368550" y="2419825"/>
              <a:ext cx="38000" cy="22325"/>
            </a:xfrm>
            <a:custGeom>
              <a:avLst/>
              <a:gdLst/>
              <a:ahLst/>
              <a:cxnLst/>
              <a:rect l="l" t="t" r="r" b="b"/>
              <a:pathLst>
                <a:path w="1520" h="893" extrusionOk="0">
                  <a:moveTo>
                    <a:pt x="609" y="1"/>
                  </a:moveTo>
                  <a:cubicBezTo>
                    <a:pt x="446" y="1"/>
                    <a:pt x="296" y="38"/>
                    <a:pt x="161" y="173"/>
                  </a:cubicBezTo>
                  <a:cubicBezTo>
                    <a:pt x="1" y="333"/>
                    <a:pt x="108" y="546"/>
                    <a:pt x="267" y="653"/>
                  </a:cubicBezTo>
                  <a:cubicBezTo>
                    <a:pt x="294" y="760"/>
                    <a:pt x="401" y="840"/>
                    <a:pt x="507" y="866"/>
                  </a:cubicBezTo>
                  <a:cubicBezTo>
                    <a:pt x="614" y="880"/>
                    <a:pt x="727" y="893"/>
                    <a:pt x="840" y="893"/>
                  </a:cubicBezTo>
                  <a:cubicBezTo>
                    <a:pt x="954" y="893"/>
                    <a:pt x="1067" y="880"/>
                    <a:pt x="1173" y="840"/>
                  </a:cubicBezTo>
                  <a:cubicBezTo>
                    <a:pt x="1413" y="760"/>
                    <a:pt x="1520" y="467"/>
                    <a:pt x="1360" y="227"/>
                  </a:cubicBezTo>
                  <a:cubicBezTo>
                    <a:pt x="1253" y="40"/>
                    <a:pt x="1014" y="14"/>
                    <a:pt x="800" y="14"/>
                  </a:cubicBezTo>
                  <a:cubicBezTo>
                    <a:pt x="735" y="6"/>
                    <a:pt x="671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3"/>
            <p:cNvSpPr/>
            <p:nvPr/>
          </p:nvSpPr>
          <p:spPr>
            <a:xfrm>
              <a:off x="1440500" y="2384475"/>
              <a:ext cx="83475" cy="48450"/>
            </a:xfrm>
            <a:custGeom>
              <a:avLst/>
              <a:gdLst/>
              <a:ahLst/>
              <a:cxnLst/>
              <a:rect l="l" t="t" r="r" b="b"/>
              <a:pathLst>
                <a:path w="3339" h="1938" extrusionOk="0">
                  <a:moveTo>
                    <a:pt x="2446" y="1"/>
                  </a:moveTo>
                  <a:cubicBezTo>
                    <a:pt x="2162" y="1"/>
                    <a:pt x="1847" y="60"/>
                    <a:pt x="1573" y="149"/>
                  </a:cubicBezTo>
                  <a:cubicBezTo>
                    <a:pt x="1093" y="149"/>
                    <a:pt x="534" y="228"/>
                    <a:pt x="294" y="575"/>
                  </a:cubicBezTo>
                  <a:cubicBezTo>
                    <a:pt x="1" y="1055"/>
                    <a:pt x="400" y="1454"/>
                    <a:pt x="800" y="1641"/>
                  </a:cubicBezTo>
                  <a:cubicBezTo>
                    <a:pt x="1106" y="1811"/>
                    <a:pt x="1445" y="1938"/>
                    <a:pt x="1782" y="1938"/>
                  </a:cubicBezTo>
                  <a:cubicBezTo>
                    <a:pt x="1973" y="1938"/>
                    <a:pt x="2163" y="1897"/>
                    <a:pt x="2346" y="1801"/>
                  </a:cubicBezTo>
                  <a:cubicBezTo>
                    <a:pt x="2745" y="1587"/>
                    <a:pt x="3278" y="1161"/>
                    <a:pt x="3305" y="681"/>
                  </a:cubicBezTo>
                  <a:cubicBezTo>
                    <a:pt x="3339" y="176"/>
                    <a:pt x="2936" y="1"/>
                    <a:pt x="2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411300" y="3143725"/>
              <a:ext cx="1545500" cy="630625"/>
            </a:xfrm>
            <a:custGeom>
              <a:avLst/>
              <a:gdLst/>
              <a:ahLst/>
              <a:cxnLst/>
              <a:rect l="l" t="t" r="r" b="b"/>
              <a:pathLst>
                <a:path w="61820" h="25225" extrusionOk="0">
                  <a:moveTo>
                    <a:pt x="60021" y="1"/>
                  </a:moveTo>
                  <a:cubicBezTo>
                    <a:pt x="59760" y="1"/>
                    <a:pt x="59499" y="72"/>
                    <a:pt x="59261" y="235"/>
                  </a:cubicBezTo>
                  <a:cubicBezTo>
                    <a:pt x="58329" y="874"/>
                    <a:pt x="57609" y="3565"/>
                    <a:pt x="56010" y="5031"/>
                  </a:cubicBezTo>
                  <a:lnTo>
                    <a:pt x="56010" y="5004"/>
                  </a:lnTo>
                  <a:cubicBezTo>
                    <a:pt x="53026" y="7749"/>
                    <a:pt x="23929" y="6736"/>
                    <a:pt x="15882" y="10706"/>
                  </a:cubicBezTo>
                  <a:cubicBezTo>
                    <a:pt x="12285" y="12492"/>
                    <a:pt x="1" y="23736"/>
                    <a:pt x="2506" y="25015"/>
                  </a:cubicBezTo>
                  <a:cubicBezTo>
                    <a:pt x="2784" y="25158"/>
                    <a:pt x="3528" y="25224"/>
                    <a:pt x="4641" y="25224"/>
                  </a:cubicBezTo>
                  <a:cubicBezTo>
                    <a:pt x="13525" y="25224"/>
                    <a:pt x="45895" y="20964"/>
                    <a:pt x="52147" y="16915"/>
                  </a:cubicBezTo>
                  <a:cubicBezTo>
                    <a:pt x="59155" y="12332"/>
                    <a:pt x="61819" y="2286"/>
                    <a:pt x="61659" y="1327"/>
                  </a:cubicBezTo>
                  <a:cubicBezTo>
                    <a:pt x="61540" y="612"/>
                    <a:pt x="60784" y="1"/>
                    <a:pt x="60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Results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F173E-44C6-51F6-40C6-E052C627D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28E575E5-979F-F045-50B5-AB4114C55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07" y="1215342"/>
            <a:ext cx="4311481" cy="3117930"/>
          </a:xfrm>
          <a:prstGeom prst="rect">
            <a:avLst/>
          </a:prstGeom>
        </p:spPr>
      </p:pic>
      <p:pic>
        <p:nvPicPr>
          <p:cNvPr id="2" name="Picture 1" descr="A graph of a fish sample&#10;&#10;AI-generated content may be incorrect.">
            <a:extLst>
              <a:ext uri="{FF2B5EF4-FFF2-40B4-BE49-F238E27FC236}">
                <a16:creationId xmlns:a16="http://schemas.microsoft.com/office/drawing/2014/main" id="{0F51ABFD-F313-9598-09A5-6C0C3F016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16" y="1244278"/>
            <a:ext cx="4186106" cy="3093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17FF0"/>
                </a:solidFill>
              </a:rPr>
              <a:t>Does DOC relate to trophic position?</a:t>
            </a:r>
            <a:endParaRPr lang="en-US"/>
          </a:p>
          <a:p>
            <a:endParaRPr lang="en" dirty="0"/>
          </a:p>
        </p:txBody>
      </p:sp>
      <p:grpSp>
        <p:nvGrpSpPr>
          <p:cNvPr id="1332" name="Google Shape;1332;p45"/>
          <p:cNvGrpSpPr/>
          <p:nvPr/>
        </p:nvGrpSpPr>
        <p:grpSpPr>
          <a:xfrm>
            <a:off x="6494369" y="1329461"/>
            <a:ext cx="1209129" cy="1315529"/>
            <a:chOff x="4449500" y="2056400"/>
            <a:chExt cx="2948375" cy="3207825"/>
          </a:xfrm>
        </p:grpSpPr>
        <p:sp>
          <p:nvSpPr>
            <p:cNvPr id="1333" name="Google Shape;1333;p45"/>
            <p:cNvSpPr/>
            <p:nvPr/>
          </p:nvSpPr>
          <p:spPr>
            <a:xfrm>
              <a:off x="5743150" y="4415250"/>
              <a:ext cx="799400" cy="848975"/>
            </a:xfrm>
            <a:custGeom>
              <a:avLst/>
              <a:gdLst/>
              <a:ahLst/>
              <a:cxnLst/>
              <a:rect l="l" t="t" r="r" b="b"/>
              <a:pathLst>
                <a:path w="31976" h="33959" extrusionOk="0">
                  <a:moveTo>
                    <a:pt x="31975" y="1"/>
                  </a:moveTo>
                  <a:cubicBezTo>
                    <a:pt x="31975" y="1"/>
                    <a:pt x="18332" y="2719"/>
                    <a:pt x="14336" y="6049"/>
                  </a:cubicBezTo>
                  <a:cubicBezTo>
                    <a:pt x="10339" y="9353"/>
                    <a:pt x="4370" y="14576"/>
                    <a:pt x="2185" y="18866"/>
                  </a:cubicBezTo>
                  <a:cubicBezTo>
                    <a:pt x="0" y="23182"/>
                    <a:pt x="5969" y="31789"/>
                    <a:pt x="9140" y="33361"/>
                  </a:cubicBezTo>
                  <a:cubicBezTo>
                    <a:pt x="9881" y="33735"/>
                    <a:pt x="10759" y="33959"/>
                    <a:pt x="11735" y="33959"/>
                  </a:cubicBezTo>
                  <a:cubicBezTo>
                    <a:pt x="14933" y="33959"/>
                    <a:pt x="19194" y="31558"/>
                    <a:pt x="23235" y="24168"/>
                  </a:cubicBezTo>
                  <a:cubicBezTo>
                    <a:pt x="28538" y="14496"/>
                    <a:pt x="31975" y="1"/>
                    <a:pt x="31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5"/>
            <p:cNvSpPr/>
            <p:nvPr/>
          </p:nvSpPr>
          <p:spPr>
            <a:xfrm>
              <a:off x="4653325" y="2508750"/>
              <a:ext cx="820725" cy="1342975"/>
            </a:xfrm>
            <a:custGeom>
              <a:avLst/>
              <a:gdLst/>
              <a:ahLst/>
              <a:cxnLst/>
              <a:rect l="l" t="t" r="r" b="b"/>
              <a:pathLst>
                <a:path w="32829" h="53719" extrusionOk="0">
                  <a:moveTo>
                    <a:pt x="28885" y="0"/>
                  </a:moveTo>
                  <a:lnTo>
                    <a:pt x="28885" y="0"/>
                  </a:lnTo>
                  <a:cubicBezTo>
                    <a:pt x="32349" y="4557"/>
                    <a:pt x="28059" y="7914"/>
                    <a:pt x="23422" y="10446"/>
                  </a:cubicBezTo>
                  <a:cubicBezTo>
                    <a:pt x="18120" y="13297"/>
                    <a:pt x="12684" y="13616"/>
                    <a:pt x="6342" y="25074"/>
                  </a:cubicBezTo>
                  <a:cubicBezTo>
                    <a:pt x="1" y="36558"/>
                    <a:pt x="4077" y="43806"/>
                    <a:pt x="5889" y="46364"/>
                  </a:cubicBezTo>
                  <a:cubicBezTo>
                    <a:pt x="7269" y="48317"/>
                    <a:pt x="8802" y="51287"/>
                    <a:pt x="8498" y="53560"/>
                  </a:cubicBezTo>
                  <a:lnTo>
                    <a:pt x="8498" y="53560"/>
                  </a:lnTo>
                  <a:cubicBezTo>
                    <a:pt x="12552" y="27446"/>
                    <a:pt x="32615" y="20973"/>
                    <a:pt x="32775" y="9087"/>
                  </a:cubicBezTo>
                  <a:cubicBezTo>
                    <a:pt x="32828" y="5090"/>
                    <a:pt x="31150" y="2132"/>
                    <a:pt x="28885" y="0"/>
                  </a:cubicBezTo>
                  <a:close/>
                  <a:moveTo>
                    <a:pt x="8498" y="53560"/>
                  </a:moveTo>
                  <a:lnTo>
                    <a:pt x="8498" y="53560"/>
                  </a:lnTo>
                  <a:cubicBezTo>
                    <a:pt x="8490" y="53613"/>
                    <a:pt x="8482" y="53666"/>
                    <a:pt x="8474" y="53718"/>
                  </a:cubicBezTo>
                  <a:cubicBezTo>
                    <a:pt x="8483" y="53666"/>
                    <a:pt x="8491" y="53613"/>
                    <a:pt x="8498" y="53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5"/>
            <p:cNvSpPr/>
            <p:nvPr/>
          </p:nvSpPr>
          <p:spPr>
            <a:xfrm>
              <a:off x="4552075" y="2056400"/>
              <a:ext cx="2845800" cy="3062200"/>
            </a:xfrm>
            <a:custGeom>
              <a:avLst/>
              <a:gdLst/>
              <a:ahLst/>
              <a:cxnLst/>
              <a:rect l="l" t="t" r="r" b="b"/>
              <a:pathLst>
                <a:path w="113832" h="122488" extrusionOk="0">
                  <a:moveTo>
                    <a:pt x="3378" y="0"/>
                  </a:moveTo>
                  <a:cubicBezTo>
                    <a:pt x="3352" y="0"/>
                    <a:pt x="3328" y="1"/>
                    <a:pt x="3305" y="2"/>
                  </a:cubicBezTo>
                  <a:cubicBezTo>
                    <a:pt x="0" y="162"/>
                    <a:pt x="24595" y="10554"/>
                    <a:pt x="31096" y="16149"/>
                  </a:cubicBezTo>
                  <a:cubicBezTo>
                    <a:pt x="31869" y="16815"/>
                    <a:pt x="32482" y="17482"/>
                    <a:pt x="32961" y="18094"/>
                  </a:cubicBezTo>
                  <a:cubicBezTo>
                    <a:pt x="35200" y="20253"/>
                    <a:pt x="36878" y="23184"/>
                    <a:pt x="36825" y="27181"/>
                  </a:cubicBezTo>
                  <a:cubicBezTo>
                    <a:pt x="36665" y="39091"/>
                    <a:pt x="16521" y="45566"/>
                    <a:pt x="12524" y="71812"/>
                  </a:cubicBezTo>
                  <a:cubicBezTo>
                    <a:pt x="12391" y="72452"/>
                    <a:pt x="12124" y="73038"/>
                    <a:pt x="11618" y="73518"/>
                  </a:cubicBezTo>
                  <a:cubicBezTo>
                    <a:pt x="11334" y="73776"/>
                    <a:pt x="11000" y="73884"/>
                    <a:pt x="10665" y="73890"/>
                  </a:cubicBezTo>
                  <a:lnTo>
                    <a:pt x="10665" y="73890"/>
                  </a:lnTo>
                  <a:cubicBezTo>
                    <a:pt x="10663" y="73882"/>
                    <a:pt x="10661" y="73873"/>
                    <a:pt x="10659" y="73864"/>
                  </a:cubicBezTo>
                  <a:lnTo>
                    <a:pt x="10632" y="73891"/>
                  </a:lnTo>
                  <a:cubicBezTo>
                    <a:pt x="10643" y="73891"/>
                    <a:pt x="10654" y="73891"/>
                    <a:pt x="10665" y="73890"/>
                  </a:cubicBezTo>
                  <a:lnTo>
                    <a:pt x="10665" y="73890"/>
                  </a:lnTo>
                  <a:cubicBezTo>
                    <a:pt x="11411" y="77231"/>
                    <a:pt x="12655" y="84144"/>
                    <a:pt x="11991" y="92116"/>
                  </a:cubicBezTo>
                  <a:cubicBezTo>
                    <a:pt x="12349" y="91793"/>
                    <a:pt x="12671" y="91640"/>
                    <a:pt x="12966" y="91640"/>
                  </a:cubicBezTo>
                  <a:cubicBezTo>
                    <a:pt x="14273" y="91640"/>
                    <a:pt x="15028" y="94654"/>
                    <a:pt x="15855" y="99178"/>
                  </a:cubicBezTo>
                  <a:cubicBezTo>
                    <a:pt x="17001" y="105493"/>
                    <a:pt x="12817" y="117989"/>
                    <a:pt x="12417" y="121267"/>
                  </a:cubicBezTo>
                  <a:cubicBezTo>
                    <a:pt x="12391" y="121427"/>
                    <a:pt x="12790" y="121720"/>
                    <a:pt x="12790" y="121853"/>
                  </a:cubicBezTo>
                  <a:cubicBezTo>
                    <a:pt x="13101" y="122299"/>
                    <a:pt x="13892" y="122488"/>
                    <a:pt x="15056" y="122488"/>
                  </a:cubicBezTo>
                  <a:cubicBezTo>
                    <a:pt x="17090" y="122488"/>
                    <a:pt x="20264" y="121913"/>
                    <a:pt x="24008" y="121134"/>
                  </a:cubicBezTo>
                  <a:cubicBezTo>
                    <a:pt x="29897" y="119935"/>
                    <a:pt x="36585" y="117616"/>
                    <a:pt x="42634" y="112927"/>
                  </a:cubicBezTo>
                  <a:cubicBezTo>
                    <a:pt x="48682" y="108264"/>
                    <a:pt x="54784" y="108850"/>
                    <a:pt x="72903" y="100403"/>
                  </a:cubicBezTo>
                  <a:cubicBezTo>
                    <a:pt x="91023" y="91930"/>
                    <a:pt x="93447" y="87400"/>
                    <a:pt x="99469" y="81218"/>
                  </a:cubicBezTo>
                  <a:cubicBezTo>
                    <a:pt x="105518" y="75036"/>
                    <a:pt x="112313" y="72612"/>
                    <a:pt x="113059" y="71413"/>
                  </a:cubicBezTo>
                  <a:cubicBezTo>
                    <a:pt x="113832" y="70187"/>
                    <a:pt x="109435" y="69601"/>
                    <a:pt x="109435" y="69601"/>
                  </a:cubicBezTo>
                  <a:cubicBezTo>
                    <a:pt x="109435" y="69601"/>
                    <a:pt x="112286" y="64671"/>
                    <a:pt x="111407" y="64458"/>
                  </a:cubicBezTo>
                  <a:cubicBezTo>
                    <a:pt x="102640" y="62353"/>
                    <a:pt x="97524" y="58276"/>
                    <a:pt x="90863" y="44847"/>
                  </a:cubicBezTo>
                  <a:cubicBezTo>
                    <a:pt x="84228" y="31391"/>
                    <a:pt x="72610" y="24596"/>
                    <a:pt x="57209" y="17961"/>
                  </a:cubicBezTo>
                  <a:cubicBezTo>
                    <a:pt x="41914" y="11372"/>
                    <a:pt x="7120" y="0"/>
                    <a:pt x="3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5"/>
            <p:cNvSpPr/>
            <p:nvPr/>
          </p:nvSpPr>
          <p:spPr>
            <a:xfrm>
              <a:off x="4825200" y="3723125"/>
              <a:ext cx="2572000" cy="1395150"/>
            </a:xfrm>
            <a:custGeom>
              <a:avLst/>
              <a:gdLst/>
              <a:ahLst/>
              <a:cxnLst/>
              <a:rect l="l" t="t" r="r" b="b"/>
              <a:pathLst>
                <a:path w="102880" h="55806" extrusionOk="0">
                  <a:moveTo>
                    <a:pt x="42925" y="0"/>
                  </a:moveTo>
                  <a:cubicBezTo>
                    <a:pt x="29224" y="0"/>
                    <a:pt x="13959" y="2066"/>
                    <a:pt x="0" y="8474"/>
                  </a:cubicBezTo>
                  <a:cubicBezTo>
                    <a:pt x="746" y="12125"/>
                    <a:pt x="1652" y="18386"/>
                    <a:pt x="1066" y="25447"/>
                  </a:cubicBezTo>
                  <a:cubicBezTo>
                    <a:pt x="1424" y="25124"/>
                    <a:pt x="1746" y="24971"/>
                    <a:pt x="2041" y="24971"/>
                  </a:cubicBezTo>
                  <a:cubicBezTo>
                    <a:pt x="3348" y="24971"/>
                    <a:pt x="4103" y="27985"/>
                    <a:pt x="4930" y="32509"/>
                  </a:cubicBezTo>
                  <a:cubicBezTo>
                    <a:pt x="6076" y="38824"/>
                    <a:pt x="1892" y="51320"/>
                    <a:pt x="1466" y="54571"/>
                  </a:cubicBezTo>
                  <a:cubicBezTo>
                    <a:pt x="1466" y="54758"/>
                    <a:pt x="1865" y="55051"/>
                    <a:pt x="1865" y="55157"/>
                  </a:cubicBezTo>
                  <a:cubicBezTo>
                    <a:pt x="2177" y="55614"/>
                    <a:pt x="2970" y="55805"/>
                    <a:pt x="4138" y="55805"/>
                  </a:cubicBezTo>
                  <a:cubicBezTo>
                    <a:pt x="6172" y="55805"/>
                    <a:pt x="9343" y="55226"/>
                    <a:pt x="13083" y="54465"/>
                  </a:cubicBezTo>
                  <a:cubicBezTo>
                    <a:pt x="18972" y="53266"/>
                    <a:pt x="25660" y="50947"/>
                    <a:pt x="31709" y="46258"/>
                  </a:cubicBezTo>
                  <a:cubicBezTo>
                    <a:pt x="37731" y="41595"/>
                    <a:pt x="43859" y="42181"/>
                    <a:pt x="61978" y="33734"/>
                  </a:cubicBezTo>
                  <a:cubicBezTo>
                    <a:pt x="80098" y="25261"/>
                    <a:pt x="82522" y="20731"/>
                    <a:pt x="88544" y="14549"/>
                  </a:cubicBezTo>
                  <a:cubicBezTo>
                    <a:pt x="94593" y="8367"/>
                    <a:pt x="101388" y="5943"/>
                    <a:pt x="102134" y="4744"/>
                  </a:cubicBezTo>
                  <a:cubicBezTo>
                    <a:pt x="102880" y="3518"/>
                    <a:pt x="98510" y="2932"/>
                    <a:pt x="98510" y="2932"/>
                  </a:cubicBezTo>
                  <a:cubicBezTo>
                    <a:pt x="98510" y="2932"/>
                    <a:pt x="99256" y="1653"/>
                    <a:pt x="99869" y="374"/>
                  </a:cubicBezTo>
                  <a:lnTo>
                    <a:pt x="99869" y="374"/>
                  </a:lnTo>
                  <a:cubicBezTo>
                    <a:pt x="94621" y="2676"/>
                    <a:pt x="90598" y="3787"/>
                    <a:pt x="84637" y="3787"/>
                  </a:cubicBezTo>
                  <a:cubicBezTo>
                    <a:pt x="79974" y="3787"/>
                    <a:pt x="74125" y="3107"/>
                    <a:pt x="65576" y="1786"/>
                  </a:cubicBezTo>
                  <a:cubicBezTo>
                    <a:pt x="59039" y="767"/>
                    <a:pt x="51272" y="0"/>
                    <a:pt x="42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5"/>
            <p:cNvSpPr/>
            <p:nvPr/>
          </p:nvSpPr>
          <p:spPr>
            <a:xfrm>
              <a:off x="6637775" y="3958275"/>
              <a:ext cx="273825" cy="325775"/>
            </a:xfrm>
            <a:custGeom>
              <a:avLst/>
              <a:gdLst/>
              <a:ahLst/>
              <a:cxnLst/>
              <a:rect l="l" t="t" r="r" b="b"/>
              <a:pathLst>
                <a:path w="10953" h="13031" extrusionOk="0">
                  <a:moveTo>
                    <a:pt x="1" y="1"/>
                  </a:moveTo>
                  <a:cubicBezTo>
                    <a:pt x="827" y="7621"/>
                    <a:pt x="5783" y="11512"/>
                    <a:pt x="8287" y="13030"/>
                  </a:cubicBezTo>
                  <a:cubicBezTo>
                    <a:pt x="9273" y="12178"/>
                    <a:pt x="10126" y="11378"/>
                    <a:pt x="10952" y="10526"/>
                  </a:cubicBezTo>
                  <a:cubicBezTo>
                    <a:pt x="5250" y="8900"/>
                    <a:pt x="1360" y="2639"/>
                    <a:pt x="1066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5"/>
            <p:cNvSpPr/>
            <p:nvPr/>
          </p:nvSpPr>
          <p:spPr>
            <a:xfrm>
              <a:off x="4861175" y="2476775"/>
              <a:ext cx="1730000" cy="2656400"/>
            </a:xfrm>
            <a:custGeom>
              <a:avLst/>
              <a:gdLst/>
              <a:ahLst/>
              <a:cxnLst/>
              <a:rect l="l" t="t" r="r" b="b"/>
              <a:pathLst>
                <a:path w="69200" h="106256" extrusionOk="0">
                  <a:moveTo>
                    <a:pt x="42074" y="0"/>
                  </a:moveTo>
                  <a:lnTo>
                    <a:pt x="42074" y="0"/>
                  </a:lnTo>
                  <a:cubicBezTo>
                    <a:pt x="46923" y="4477"/>
                    <a:pt x="50361" y="8820"/>
                    <a:pt x="52119" y="12924"/>
                  </a:cubicBezTo>
                  <a:cubicBezTo>
                    <a:pt x="54997" y="19558"/>
                    <a:pt x="51213" y="36319"/>
                    <a:pt x="48362" y="42074"/>
                  </a:cubicBezTo>
                  <a:cubicBezTo>
                    <a:pt x="45485" y="47803"/>
                    <a:pt x="43966" y="57156"/>
                    <a:pt x="42927" y="64563"/>
                  </a:cubicBezTo>
                  <a:cubicBezTo>
                    <a:pt x="41861" y="71971"/>
                    <a:pt x="44579" y="77247"/>
                    <a:pt x="34453" y="86439"/>
                  </a:cubicBezTo>
                  <a:cubicBezTo>
                    <a:pt x="26300" y="93874"/>
                    <a:pt x="7141" y="101707"/>
                    <a:pt x="27" y="104452"/>
                  </a:cubicBezTo>
                  <a:cubicBezTo>
                    <a:pt x="27" y="104612"/>
                    <a:pt x="0" y="104745"/>
                    <a:pt x="0" y="104852"/>
                  </a:cubicBezTo>
                  <a:cubicBezTo>
                    <a:pt x="0" y="105879"/>
                    <a:pt x="1004" y="106256"/>
                    <a:pt x="2610" y="106256"/>
                  </a:cubicBezTo>
                  <a:cubicBezTo>
                    <a:pt x="4794" y="106256"/>
                    <a:pt x="8090" y="105558"/>
                    <a:pt x="11485" y="104852"/>
                  </a:cubicBezTo>
                  <a:cubicBezTo>
                    <a:pt x="17373" y="103653"/>
                    <a:pt x="24301" y="101228"/>
                    <a:pt x="30350" y="96565"/>
                  </a:cubicBezTo>
                  <a:cubicBezTo>
                    <a:pt x="33414" y="94193"/>
                    <a:pt x="36478" y="93047"/>
                    <a:pt x="41141" y="91395"/>
                  </a:cubicBezTo>
                  <a:cubicBezTo>
                    <a:pt x="45644" y="89797"/>
                    <a:pt x="50521" y="89397"/>
                    <a:pt x="60859" y="84281"/>
                  </a:cubicBezTo>
                  <a:cubicBezTo>
                    <a:pt x="62884" y="83268"/>
                    <a:pt x="64403" y="81723"/>
                    <a:pt x="66082" y="80870"/>
                  </a:cubicBezTo>
                  <a:cubicBezTo>
                    <a:pt x="66881" y="76714"/>
                    <a:pt x="67281" y="72610"/>
                    <a:pt x="67521" y="69386"/>
                  </a:cubicBezTo>
                  <a:cubicBezTo>
                    <a:pt x="67974" y="63204"/>
                    <a:pt x="69199" y="51560"/>
                    <a:pt x="68880" y="33015"/>
                  </a:cubicBezTo>
                  <a:cubicBezTo>
                    <a:pt x="68720" y="22783"/>
                    <a:pt x="64110" y="14283"/>
                    <a:pt x="60007" y="8740"/>
                  </a:cubicBezTo>
                  <a:cubicBezTo>
                    <a:pt x="55477" y="5969"/>
                    <a:pt x="50414" y="3544"/>
                    <a:pt x="44845" y="1146"/>
                  </a:cubicBezTo>
                  <a:cubicBezTo>
                    <a:pt x="43992" y="773"/>
                    <a:pt x="43060" y="400"/>
                    <a:pt x="42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5"/>
            <p:cNvSpPr/>
            <p:nvPr/>
          </p:nvSpPr>
          <p:spPr>
            <a:xfrm>
              <a:off x="4905800" y="2322900"/>
              <a:ext cx="963925" cy="2532700"/>
            </a:xfrm>
            <a:custGeom>
              <a:avLst/>
              <a:gdLst/>
              <a:ahLst/>
              <a:cxnLst/>
              <a:rect l="l" t="t" r="r" b="b"/>
              <a:pathLst>
                <a:path w="38557" h="101308" extrusionOk="0">
                  <a:moveTo>
                    <a:pt x="8234" y="0"/>
                  </a:moveTo>
                  <a:lnTo>
                    <a:pt x="8234" y="0"/>
                  </a:lnTo>
                  <a:cubicBezTo>
                    <a:pt x="11884" y="1999"/>
                    <a:pt x="15109" y="3944"/>
                    <a:pt x="16921" y="5489"/>
                  </a:cubicBezTo>
                  <a:cubicBezTo>
                    <a:pt x="17160" y="5702"/>
                    <a:pt x="17347" y="5889"/>
                    <a:pt x="17533" y="6076"/>
                  </a:cubicBezTo>
                  <a:cubicBezTo>
                    <a:pt x="34374" y="15828"/>
                    <a:pt x="22090" y="29284"/>
                    <a:pt x="16068" y="36905"/>
                  </a:cubicBezTo>
                  <a:cubicBezTo>
                    <a:pt x="9726" y="44898"/>
                    <a:pt x="5969" y="62565"/>
                    <a:pt x="2931" y="73729"/>
                  </a:cubicBezTo>
                  <a:cubicBezTo>
                    <a:pt x="2079" y="76873"/>
                    <a:pt x="1040" y="79644"/>
                    <a:pt x="0" y="82016"/>
                  </a:cubicBezTo>
                  <a:cubicBezTo>
                    <a:pt x="640" y="83268"/>
                    <a:pt x="1146" y="85586"/>
                    <a:pt x="1679" y="88518"/>
                  </a:cubicBezTo>
                  <a:cubicBezTo>
                    <a:pt x="2292" y="91848"/>
                    <a:pt x="1439" y="96831"/>
                    <a:pt x="427" y="101308"/>
                  </a:cubicBezTo>
                  <a:cubicBezTo>
                    <a:pt x="2772" y="99043"/>
                    <a:pt x="4903" y="96431"/>
                    <a:pt x="5969" y="93953"/>
                  </a:cubicBezTo>
                  <a:cubicBezTo>
                    <a:pt x="8527" y="87931"/>
                    <a:pt x="11245" y="84148"/>
                    <a:pt x="18493" y="73276"/>
                  </a:cubicBezTo>
                  <a:cubicBezTo>
                    <a:pt x="25740" y="62405"/>
                    <a:pt x="29657" y="51853"/>
                    <a:pt x="33148" y="40076"/>
                  </a:cubicBezTo>
                  <a:lnTo>
                    <a:pt x="33121" y="40076"/>
                  </a:lnTo>
                  <a:cubicBezTo>
                    <a:pt x="36612" y="28298"/>
                    <a:pt x="38557" y="18466"/>
                    <a:pt x="30110" y="10632"/>
                  </a:cubicBezTo>
                  <a:cubicBezTo>
                    <a:pt x="24301" y="5223"/>
                    <a:pt x="14069" y="1706"/>
                    <a:pt x="8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5"/>
            <p:cNvSpPr/>
            <p:nvPr/>
          </p:nvSpPr>
          <p:spPr>
            <a:xfrm>
              <a:off x="4449500" y="3738150"/>
              <a:ext cx="419025" cy="1007450"/>
            </a:xfrm>
            <a:custGeom>
              <a:avLst/>
              <a:gdLst/>
              <a:ahLst/>
              <a:cxnLst/>
              <a:rect l="l" t="t" r="r" b="b"/>
              <a:pathLst>
                <a:path w="16761" h="40298" extrusionOk="0">
                  <a:moveTo>
                    <a:pt x="6707" y="1"/>
                  </a:moveTo>
                  <a:cubicBezTo>
                    <a:pt x="4788" y="1"/>
                    <a:pt x="1467" y="3921"/>
                    <a:pt x="773" y="15147"/>
                  </a:cubicBezTo>
                  <a:cubicBezTo>
                    <a:pt x="0" y="27245"/>
                    <a:pt x="5303" y="38116"/>
                    <a:pt x="6955" y="40061"/>
                  </a:cubicBezTo>
                  <a:cubicBezTo>
                    <a:pt x="7090" y="40222"/>
                    <a:pt x="7236" y="40298"/>
                    <a:pt x="7392" y="40298"/>
                  </a:cubicBezTo>
                  <a:cubicBezTo>
                    <a:pt x="9148" y="40298"/>
                    <a:pt x="12173" y="30780"/>
                    <a:pt x="14815" y="26498"/>
                  </a:cubicBezTo>
                  <a:cubicBezTo>
                    <a:pt x="15295" y="25726"/>
                    <a:pt x="15694" y="25193"/>
                    <a:pt x="16094" y="24846"/>
                  </a:cubicBezTo>
                  <a:cubicBezTo>
                    <a:pt x="16760" y="16879"/>
                    <a:pt x="15508" y="9925"/>
                    <a:pt x="14735" y="6621"/>
                  </a:cubicBezTo>
                  <a:cubicBezTo>
                    <a:pt x="12337" y="6514"/>
                    <a:pt x="8687" y="599"/>
                    <a:pt x="7114" y="66"/>
                  </a:cubicBezTo>
                  <a:cubicBezTo>
                    <a:pt x="6988" y="23"/>
                    <a:pt x="6852" y="1"/>
                    <a:pt x="6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5"/>
            <p:cNvSpPr/>
            <p:nvPr/>
          </p:nvSpPr>
          <p:spPr>
            <a:xfrm>
              <a:off x="6752350" y="3492650"/>
              <a:ext cx="204525" cy="204525"/>
            </a:xfrm>
            <a:custGeom>
              <a:avLst/>
              <a:gdLst/>
              <a:ahLst/>
              <a:cxnLst/>
              <a:rect l="l" t="t" r="r" b="b"/>
              <a:pathLst>
                <a:path w="8181" h="8181" extrusionOk="0">
                  <a:moveTo>
                    <a:pt x="4104" y="0"/>
                  </a:moveTo>
                  <a:cubicBezTo>
                    <a:pt x="1839" y="0"/>
                    <a:pt x="1" y="1839"/>
                    <a:pt x="1" y="4077"/>
                  </a:cubicBezTo>
                  <a:cubicBezTo>
                    <a:pt x="1" y="6342"/>
                    <a:pt x="1839" y="8181"/>
                    <a:pt x="4104" y="8181"/>
                  </a:cubicBezTo>
                  <a:cubicBezTo>
                    <a:pt x="6342" y="8181"/>
                    <a:pt x="8181" y="6342"/>
                    <a:pt x="8181" y="4077"/>
                  </a:cubicBezTo>
                  <a:cubicBezTo>
                    <a:pt x="8181" y="1839"/>
                    <a:pt x="6342" y="0"/>
                    <a:pt x="4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5"/>
            <p:cNvSpPr/>
            <p:nvPr/>
          </p:nvSpPr>
          <p:spPr>
            <a:xfrm>
              <a:off x="6401950" y="3459400"/>
              <a:ext cx="281150" cy="552250"/>
            </a:xfrm>
            <a:custGeom>
              <a:avLst/>
              <a:gdLst/>
              <a:ahLst/>
              <a:cxnLst/>
              <a:rect l="l" t="t" r="r" b="b"/>
              <a:pathLst>
                <a:path w="11246" h="22090" extrusionOk="0">
                  <a:moveTo>
                    <a:pt x="4858" y="1"/>
                  </a:moveTo>
                  <a:cubicBezTo>
                    <a:pt x="4608" y="1"/>
                    <a:pt x="4385" y="85"/>
                    <a:pt x="4211" y="264"/>
                  </a:cubicBezTo>
                  <a:cubicBezTo>
                    <a:pt x="1813" y="2742"/>
                    <a:pt x="1" y="7592"/>
                    <a:pt x="827" y="11962"/>
                  </a:cubicBezTo>
                  <a:cubicBezTo>
                    <a:pt x="1644" y="16283"/>
                    <a:pt x="9548" y="22090"/>
                    <a:pt x="10445" y="22090"/>
                  </a:cubicBezTo>
                  <a:cubicBezTo>
                    <a:pt x="10455" y="22090"/>
                    <a:pt x="10464" y="22089"/>
                    <a:pt x="10473" y="22087"/>
                  </a:cubicBezTo>
                  <a:cubicBezTo>
                    <a:pt x="11246" y="21927"/>
                    <a:pt x="8288" y="5487"/>
                    <a:pt x="7702" y="3142"/>
                  </a:cubicBezTo>
                  <a:cubicBezTo>
                    <a:pt x="7214" y="1276"/>
                    <a:pt x="5832" y="1"/>
                    <a:pt x="4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45"/>
          <p:cNvGrpSpPr/>
          <p:nvPr/>
        </p:nvGrpSpPr>
        <p:grpSpPr>
          <a:xfrm>
            <a:off x="6427647" y="3434371"/>
            <a:ext cx="865399" cy="579551"/>
            <a:chOff x="3420300" y="450375"/>
            <a:chExt cx="1714000" cy="1147852"/>
          </a:xfrm>
        </p:grpSpPr>
        <p:sp>
          <p:nvSpPr>
            <p:cNvPr id="1344" name="Google Shape;1344;p45"/>
            <p:cNvSpPr/>
            <p:nvPr/>
          </p:nvSpPr>
          <p:spPr>
            <a:xfrm>
              <a:off x="3577500" y="1062550"/>
              <a:ext cx="593575" cy="446900"/>
            </a:xfrm>
            <a:custGeom>
              <a:avLst/>
              <a:gdLst/>
              <a:ahLst/>
              <a:cxnLst/>
              <a:rect l="l" t="t" r="r" b="b"/>
              <a:pathLst>
                <a:path w="23743" h="17876" extrusionOk="0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5"/>
            <p:cNvSpPr/>
            <p:nvPr/>
          </p:nvSpPr>
          <p:spPr>
            <a:xfrm>
              <a:off x="3646125" y="450375"/>
              <a:ext cx="960600" cy="595550"/>
            </a:xfrm>
            <a:custGeom>
              <a:avLst/>
              <a:gdLst/>
              <a:ahLst/>
              <a:cxnLst/>
              <a:rect l="l" t="t" r="r" b="b"/>
              <a:pathLst>
                <a:path w="38424" h="23822" extrusionOk="0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5"/>
            <p:cNvSpPr/>
            <p:nvPr/>
          </p:nvSpPr>
          <p:spPr>
            <a:xfrm>
              <a:off x="3420300" y="680175"/>
              <a:ext cx="288450" cy="616325"/>
            </a:xfrm>
            <a:custGeom>
              <a:avLst/>
              <a:gdLst/>
              <a:ahLst/>
              <a:cxnLst/>
              <a:rect l="l" t="t" r="r" b="b"/>
              <a:pathLst>
                <a:path w="11538" h="24653" extrusionOk="0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5"/>
            <p:cNvSpPr/>
            <p:nvPr/>
          </p:nvSpPr>
          <p:spPr>
            <a:xfrm>
              <a:off x="3675425" y="615575"/>
              <a:ext cx="1458875" cy="836125"/>
            </a:xfrm>
            <a:custGeom>
              <a:avLst/>
              <a:gdLst/>
              <a:ahLst/>
              <a:cxnLst/>
              <a:rect l="l" t="t" r="r" b="b"/>
              <a:pathLst>
                <a:path w="58355" h="33445" extrusionOk="0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5"/>
            <p:cNvSpPr/>
            <p:nvPr/>
          </p:nvSpPr>
          <p:spPr>
            <a:xfrm>
              <a:off x="4436175" y="1123175"/>
              <a:ext cx="698125" cy="297125"/>
            </a:xfrm>
            <a:custGeom>
              <a:avLst/>
              <a:gdLst/>
              <a:ahLst/>
              <a:cxnLst/>
              <a:rect l="l" t="t" r="r" b="b"/>
              <a:pathLst>
                <a:path w="27925" h="11885" extrusionOk="0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5"/>
            <p:cNvSpPr/>
            <p:nvPr/>
          </p:nvSpPr>
          <p:spPr>
            <a:xfrm>
              <a:off x="4432825" y="726800"/>
              <a:ext cx="596900" cy="471875"/>
            </a:xfrm>
            <a:custGeom>
              <a:avLst/>
              <a:gdLst/>
              <a:ahLst/>
              <a:cxnLst/>
              <a:rect l="l" t="t" r="r" b="b"/>
              <a:pathLst>
                <a:path w="23876" h="18875" extrusionOk="0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4036794" y="943288"/>
              <a:ext cx="427700" cy="337500"/>
            </a:xfrm>
            <a:custGeom>
              <a:avLst/>
              <a:gdLst/>
              <a:ahLst/>
              <a:cxnLst/>
              <a:rect l="l" t="t" r="r" b="b"/>
              <a:pathLst>
                <a:path w="17108" h="13500" extrusionOk="0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5"/>
            <p:cNvSpPr/>
            <p:nvPr/>
          </p:nvSpPr>
          <p:spPr>
            <a:xfrm>
              <a:off x="4622675" y="1037175"/>
              <a:ext cx="97950" cy="96025"/>
            </a:xfrm>
            <a:custGeom>
              <a:avLst/>
              <a:gdLst/>
              <a:ahLst/>
              <a:cxnLst/>
              <a:rect l="l" t="t" r="r" b="b"/>
              <a:pathLst>
                <a:path w="3918" h="3841" extrusionOk="0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rgbClr val="CEE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5"/>
            <p:cNvSpPr/>
            <p:nvPr/>
          </p:nvSpPr>
          <p:spPr>
            <a:xfrm>
              <a:off x="4640675" y="1054525"/>
              <a:ext cx="62650" cy="61350"/>
            </a:xfrm>
            <a:custGeom>
              <a:avLst/>
              <a:gdLst/>
              <a:ahLst/>
              <a:cxnLst/>
              <a:rect l="l" t="t" r="r" b="b"/>
              <a:pathLst>
                <a:path w="2506" h="2454" extrusionOk="0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5"/>
            <p:cNvSpPr/>
            <p:nvPr/>
          </p:nvSpPr>
          <p:spPr>
            <a:xfrm>
              <a:off x="4226593" y="1420277"/>
              <a:ext cx="259150" cy="177950"/>
            </a:xfrm>
            <a:custGeom>
              <a:avLst/>
              <a:gdLst/>
              <a:ahLst/>
              <a:cxnLst/>
              <a:rect l="l" t="t" r="r" b="b"/>
              <a:pathLst>
                <a:path w="10366" h="7118" extrusionOk="0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45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55" name="Google Shape;1355;p45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5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5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5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5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5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AC6401B7-0D63-B7D2-700C-D496F5E9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97" y="1135155"/>
            <a:ext cx="4320526" cy="3319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17FF0"/>
                </a:solidFill>
              </a:rPr>
              <a:t>Does DOC relate to pelagic diet proportion?</a:t>
            </a:r>
            <a:endParaRPr lang="en-US"/>
          </a:p>
          <a:p>
            <a:endParaRPr lang="en" dirty="0"/>
          </a:p>
        </p:txBody>
      </p:sp>
      <p:grpSp>
        <p:nvGrpSpPr>
          <p:cNvPr id="1370" name="Google Shape;1370;p46"/>
          <p:cNvGrpSpPr/>
          <p:nvPr/>
        </p:nvGrpSpPr>
        <p:grpSpPr>
          <a:xfrm>
            <a:off x="6920119" y="376841"/>
            <a:ext cx="1399975" cy="635600"/>
            <a:chOff x="3996175" y="2416275"/>
            <a:chExt cx="1399975" cy="635600"/>
          </a:xfrm>
        </p:grpSpPr>
        <p:sp>
          <p:nvSpPr>
            <p:cNvPr id="1371" name="Google Shape;1371;p46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6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6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6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6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6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Picture 9" descr="A graph of a diet&#10;&#10;AI-generated content may be incorrect.">
            <a:extLst>
              <a:ext uri="{FF2B5EF4-FFF2-40B4-BE49-F238E27FC236}">
                <a16:creationId xmlns:a16="http://schemas.microsoft.com/office/drawing/2014/main" id="{30632CF5-7E5C-1EEC-9E49-E71E4987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541" y="1015252"/>
            <a:ext cx="5074241" cy="3684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4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700"/>
              <a:t>Do DOC patterns vary by species?</a:t>
            </a:r>
            <a:endParaRPr lang="en-US" sz="2700"/>
          </a:p>
          <a:p>
            <a:pPr>
              <a:lnSpc>
                <a:spcPct val="90000"/>
              </a:lnSpc>
            </a:pPr>
            <a:endParaRPr lang="en" sz="2700"/>
          </a:p>
        </p:txBody>
      </p:sp>
      <p:pic>
        <p:nvPicPr>
          <p:cNvPr id="16" name="Picture 15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8DD0128E-0C79-08D6-D37B-00751BB0A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2" y="875335"/>
            <a:ext cx="4498512" cy="3175804"/>
          </a:xfrm>
          <a:prstGeom prst="rect">
            <a:avLst/>
          </a:prstGeom>
        </p:spPr>
      </p:pic>
      <p:pic>
        <p:nvPicPr>
          <p:cNvPr id="17" name="Picture 16" descr="A chart of different colored rectangles&#10;&#10;AI-generated content may be incorrect.">
            <a:extLst>
              <a:ext uri="{FF2B5EF4-FFF2-40B4-BE49-F238E27FC236}">
                <a16:creationId xmlns:a16="http://schemas.microsoft.com/office/drawing/2014/main" id="{4A9515AB-1A34-B00B-B362-27E606CB6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843" y="875335"/>
            <a:ext cx="4493042" cy="3284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>
          <a:extLst>
            <a:ext uri="{FF2B5EF4-FFF2-40B4-BE49-F238E27FC236}">
              <a16:creationId xmlns:a16="http://schemas.microsoft.com/office/drawing/2014/main" id="{3CFB7C93-0290-C4CC-7A85-95ABDCC0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47">
            <a:extLst>
              <a:ext uri="{FF2B5EF4-FFF2-40B4-BE49-F238E27FC236}">
                <a16:creationId xmlns:a16="http://schemas.microsoft.com/office/drawing/2014/main" id="{039FFD46-91EA-707E-A6C2-702D8C4E5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700"/>
              <a:t>Do DOC patterns vary by species?</a:t>
            </a:r>
            <a:endParaRPr lang="en-US" sz="2700"/>
          </a:p>
          <a:p>
            <a:pPr>
              <a:lnSpc>
                <a:spcPct val="90000"/>
              </a:lnSpc>
            </a:pPr>
            <a:endParaRPr lang="en" sz="2700"/>
          </a:p>
        </p:txBody>
      </p:sp>
      <p:pic>
        <p:nvPicPr>
          <p:cNvPr id="2" name="Picture 1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BCE1B279-56A3-3022-3BB2-789F58A3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89" y="1203940"/>
            <a:ext cx="4442991" cy="2969316"/>
          </a:xfrm>
          <a:prstGeom prst="rect">
            <a:avLst/>
          </a:prstGeom>
        </p:spPr>
      </p:pic>
      <p:pic>
        <p:nvPicPr>
          <p:cNvPr id="3" name="Picture 2" descr="A chart of different colors and sizes&#10;&#10;AI-generated content may be incorrect.">
            <a:extLst>
              <a:ext uri="{FF2B5EF4-FFF2-40B4-BE49-F238E27FC236}">
                <a16:creationId xmlns:a16="http://schemas.microsoft.com/office/drawing/2014/main" id="{BEB7B51E-2D0B-9B8C-38EB-3BA70691B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060" y="1205119"/>
            <a:ext cx="4019521" cy="295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9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8"/>
          <p:cNvSpPr txBox="1">
            <a:spLocks noGrp="1"/>
          </p:cNvSpPr>
          <p:nvPr>
            <p:ph type="title"/>
          </p:nvPr>
        </p:nvSpPr>
        <p:spPr>
          <a:xfrm>
            <a:off x="570913" y="6609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Mapping</a:t>
            </a:r>
            <a:endParaRPr lang="en-US"/>
          </a:p>
        </p:txBody>
      </p:sp>
      <p:pic>
        <p:nvPicPr>
          <p:cNvPr id="18" name="Picture 17" descr="A graph with purple dots&#10;&#10;AI-generated content may be incorrect.">
            <a:extLst>
              <a:ext uri="{FF2B5EF4-FFF2-40B4-BE49-F238E27FC236}">
                <a16:creationId xmlns:a16="http://schemas.microsoft.com/office/drawing/2014/main" id="{A572AD52-1195-C845-8883-BA14CE775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588"/>
            <a:ext cx="9144000" cy="2421205"/>
          </a:xfrm>
          <a:prstGeom prst="rect">
            <a:avLst/>
          </a:prstGeom>
        </p:spPr>
      </p:pic>
      <p:pic>
        <p:nvPicPr>
          <p:cNvPr id="19" name="Picture 18" descr="A chart with blue dots and black text&#10;&#10;AI-generated content may be incorrect.">
            <a:extLst>
              <a:ext uri="{FF2B5EF4-FFF2-40B4-BE49-F238E27FC236}">
                <a16:creationId xmlns:a16="http://schemas.microsoft.com/office/drawing/2014/main" id="{F29A8E2C-436A-5CA0-8A41-074126D13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81530"/>
            <a:ext cx="9144000" cy="1598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9"/>
          <p:cNvSpPr txBox="1">
            <a:spLocks noGrp="1"/>
          </p:cNvSpPr>
          <p:nvPr>
            <p:ph type="title"/>
          </p:nvPr>
        </p:nvSpPr>
        <p:spPr>
          <a:xfrm>
            <a:off x="620609" y="14265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6600"/>
              <a:t>Shiny App Demo</a:t>
            </a:r>
            <a:endParaRPr lang="en-US" sz="6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0" name="Google Shape;1450;p50"/>
          <p:cNvGrpSpPr/>
          <p:nvPr/>
        </p:nvGrpSpPr>
        <p:grpSpPr>
          <a:xfrm flipH="1">
            <a:off x="408425" y="3973100"/>
            <a:ext cx="1399975" cy="635600"/>
            <a:chOff x="3996175" y="2416275"/>
            <a:chExt cx="1399975" cy="635600"/>
          </a:xfrm>
        </p:grpSpPr>
        <p:sp>
          <p:nvSpPr>
            <p:cNvPr id="1451" name="Google Shape;1451;p50"/>
            <p:cNvSpPr/>
            <p:nvPr/>
          </p:nvSpPr>
          <p:spPr>
            <a:xfrm>
              <a:off x="5132300" y="2724325"/>
              <a:ext cx="263850" cy="118200"/>
            </a:xfrm>
            <a:custGeom>
              <a:avLst/>
              <a:gdLst/>
              <a:ahLst/>
              <a:cxnLst/>
              <a:rect l="l" t="t" r="r" b="b"/>
              <a:pathLst>
                <a:path w="10554" h="4728" extrusionOk="0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0"/>
            <p:cNvSpPr/>
            <p:nvPr/>
          </p:nvSpPr>
          <p:spPr>
            <a:xfrm>
              <a:off x="4677300" y="2855225"/>
              <a:ext cx="331050" cy="150775"/>
            </a:xfrm>
            <a:custGeom>
              <a:avLst/>
              <a:gdLst/>
              <a:ahLst/>
              <a:cxnLst/>
              <a:rect l="l" t="t" r="r" b="b"/>
              <a:pathLst>
                <a:path w="13242" h="6031" extrusionOk="0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0"/>
            <p:cNvSpPr/>
            <p:nvPr/>
          </p:nvSpPr>
          <p:spPr>
            <a:xfrm>
              <a:off x="4809900" y="2565050"/>
              <a:ext cx="263400" cy="118550"/>
            </a:xfrm>
            <a:custGeom>
              <a:avLst/>
              <a:gdLst/>
              <a:ahLst/>
              <a:cxnLst/>
              <a:rect l="l" t="t" r="r" b="b"/>
              <a:pathLst>
                <a:path w="10536" h="4742" extrusionOk="0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4045200" y="2933300"/>
              <a:ext cx="262050" cy="118575"/>
            </a:xfrm>
            <a:custGeom>
              <a:avLst/>
              <a:gdLst/>
              <a:ahLst/>
              <a:cxnLst/>
              <a:rect l="l" t="t" r="r" b="b"/>
              <a:pathLst>
                <a:path w="10482" h="4743" extrusionOk="0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0"/>
            <p:cNvSpPr/>
            <p:nvPr/>
          </p:nvSpPr>
          <p:spPr>
            <a:xfrm>
              <a:off x="3996175" y="2416275"/>
              <a:ext cx="263375" cy="118825"/>
            </a:xfrm>
            <a:custGeom>
              <a:avLst/>
              <a:gdLst/>
              <a:ahLst/>
              <a:cxnLst/>
              <a:rect l="l" t="t" r="r" b="b"/>
              <a:pathLst>
                <a:path w="10535" h="4753" extrusionOk="0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4334925" y="2584775"/>
              <a:ext cx="260675" cy="119250"/>
            </a:xfrm>
            <a:custGeom>
              <a:avLst/>
              <a:gdLst/>
              <a:ahLst/>
              <a:cxnLst/>
              <a:rect l="l" t="t" r="r" b="b"/>
              <a:pathLst>
                <a:path w="10427" h="4770" extrusionOk="0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7" name="Google Shape;1457;p50"/>
          <p:cNvSpPr txBox="1">
            <a:spLocks noGrp="1"/>
          </p:cNvSpPr>
          <p:nvPr>
            <p:ph type="title"/>
          </p:nvPr>
        </p:nvSpPr>
        <p:spPr>
          <a:xfrm>
            <a:off x="1111311" y="914970"/>
            <a:ext cx="6919799" cy="16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4400">
                <a:solidFill>
                  <a:schemeClr val="tx1"/>
                </a:solidFill>
              </a:rPr>
              <a:t>Limitations and Conclusion</a:t>
            </a:r>
            <a:endParaRPr lang="en-US" sz="4400">
              <a:solidFill>
                <a:schemeClr val="tx1"/>
              </a:solidFill>
            </a:endParaRPr>
          </a:p>
        </p:txBody>
      </p:sp>
      <p:grpSp>
        <p:nvGrpSpPr>
          <p:cNvPr id="1458" name="Google Shape;1458;p50"/>
          <p:cNvGrpSpPr/>
          <p:nvPr/>
        </p:nvGrpSpPr>
        <p:grpSpPr>
          <a:xfrm>
            <a:off x="116376" y="228595"/>
            <a:ext cx="1879648" cy="1444203"/>
            <a:chOff x="492575" y="712700"/>
            <a:chExt cx="3550525" cy="2728000"/>
          </a:xfrm>
        </p:grpSpPr>
        <p:sp>
          <p:nvSpPr>
            <p:cNvPr id="1459" name="Google Shape;1459;p50"/>
            <p:cNvSpPr/>
            <p:nvPr/>
          </p:nvSpPr>
          <p:spPr>
            <a:xfrm>
              <a:off x="1814150" y="3052750"/>
              <a:ext cx="274200" cy="387950"/>
            </a:xfrm>
            <a:custGeom>
              <a:avLst/>
              <a:gdLst/>
              <a:ahLst/>
              <a:cxnLst/>
              <a:rect l="l" t="t" r="r" b="b"/>
              <a:pathLst>
                <a:path w="10968" h="15518" extrusionOk="0">
                  <a:moveTo>
                    <a:pt x="4024" y="1710"/>
                  </a:moveTo>
                  <a:cubicBezTo>
                    <a:pt x="4024" y="1710"/>
                    <a:pt x="0" y="11573"/>
                    <a:pt x="4050" y="13545"/>
                  </a:cubicBezTo>
                  <a:cubicBezTo>
                    <a:pt x="8127" y="15518"/>
                    <a:pt x="10967" y="1"/>
                    <a:pt x="109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0"/>
            <p:cNvSpPr/>
            <p:nvPr/>
          </p:nvSpPr>
          <p:spPr>
            <a:xfrm>
              <a:off x="1902675" y="3174679"/>
              <a:ext cx="55750" cy="39250"/>
            </a:xfrm>
            <a:custGeom>
              <a:avLst/>
              <a:gdLst/>
              <a:ahLst/>
              <a:cxnLst/>
              <a:rect l="l" t="t" r="r" b="b"/>
              <a:pathLst>
                <a:path w="2230" h="1570" extrusionOk="0">
                  <a:moveTo>
                    <a:pt x="1112" y="0"/>
                  </a:moveTo>
                  <a:cubicBezTo>
                    <a:pt x="1004" y="0"/>
                    <a:pt x="890" y="27"/>
                    <a:pt x="772" y="88"/>
                  </a:cubicBezTo>
                  <a:cubicBezTo>
                    <a:pt x="1" y="496"/>
                    <a:pt x="424" y="1570"/>
                    <a:pt x="1112" y="1570"/>
                  </a:cubicBezTo>
                  <a:cubicBezTo>
                    <a:pt x="1221" y="1570"/>
                    <a:pt x="1337" y="1543"/>
                    <a:pt x="1456" y="1481"/>
                  </a:cubicBezTo>
                  <a:cubicBezTo>
                    <a:pt x="2229" y="1095"/>
                    <a:pt x="1803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1881000" y="3270629"/>
              <a:ext cx="55675" cy="38650"/>
            </a:xfrm>
            <a:custGeom>
              <a:avLst/>
              <a:gdLst/>
              <a:ahLst/>
              <a:cxnLst/>
              <a:rect l="l" t="t" r="r" b="b"/>
              <a:pathLst>
                <a:path w="2227" h="1546" extrusionOk="0">
                  <a:moveTo>
                    <a:pt x="1117" y="1"/>
                  </a:moveTo>
                  <a:cubicBezTo>
                    <a:pt x="1007" y="1"/>
                    <a:pt x="891" y="28"/>
                    <a:pt x="772" y="89"/>
                  </a:cubicBezTo>
                  <a:cubicBezTo>
                    <a:pt x="0" y="475"/>
                    <a:pt x="423" y="1546"/>
                    <a:pt x="1110" y="1546"/>
                  </a:cubicBezTo>
                  <a:cubicBezTo>
                    <a:pt x="1220" y="1546"/>
                    <a:pt x="1336" y="1518"/>
                    <a:pt x="1455" y="1457"/>
                  </a:cubicBezTo>
                  <a:cubicBezTo>
                    <a:pt x="2227" y="1071"/>
                    <a:pt x="1804" y="1"/>
                    <a:pt x="1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1972600" y="3240204"/>
              <a:ext cx="39475" cy="40325"/>
            </a:xfrm>
            <a:custGeom>
              <a:avLst/>
              <a:gdLst/>
              <a:ahLst/>
              <a:cxnLst/>
              <a:rect l="l" t="t" r="r" b="b"/>
              <a:pathLst>
                <a:path w="1579" h="1613" extrusionOk="0">
                  <a:moveTo>
                    <a:pt x="839" y="0"/>
                  </a:moveTo>
                  <a:cubicBezTo>
                    <a:pt x="798" y="0"/>
                    <a:pt x="754" y="7"/>
                    <a:pt x="711" y="18"/>
                  </a:cubicBezTo>
                  <a:cubicBezTo>
                    <a:pt x="605" y="18"/>
                    <a:pt x="527" y="18"/>
                    <a:pt x="421" y="70"/>
                  </a:cubicBezTo>
                  <a:cubicBezTo>
                    <a:pt x="369" y="123"/>
                    <a:pt x="316" y="149"/>
                    <a:pt x="237" y="202"/>
                  </a:cubicBezTo>
                  <a:cubicBezTo>
                    <a:pt x="158" y="281"/>
                    <a:pt x="79" y="412"/>
                    <a:pt x="27" y="517"/>
                  </a:cubicBezTo>
                  <a:cubicBezTo>
                    <a:pt x="27" y="596"/>
                    <a:pt x="1" y="649"/>
                    <a:pt x="1" y="728"/>
                  </a:cubicBezTo>
                  <a:cubicBezTo>
                    <a:pt x="1" y="859"/>
                    <a:pt x="27" y="991"/>
                    <a:pt x="79" y="1122"/>
                  </a:cubicBezTo>
                  <a:cubicBezTo>
                    <a:pt x="106" y="1149"/>
                    <a:pt x="106" y="1175"/>
                    <a:pt x="132" y="1201"/>
                  </a:cubicBezTo>
                  <a:cubicBezTo>
                    <a:pt x="158" y="1280"/>
                    <a:pt x="237" y="1359"/>
                    <a:pt x="316" y="1438"/>
                  </a:cubicBezTo>
                  <a:cubicBezTo>
                    <a:pt x="395" y="1490"/>
                    <a:pt x="474" y="1543"/>
                    <a:pt x="579" y="1569"/>
                  </a:cubicBezTo>
                  <a:cubicBezTo>
                    <a:pt x="625" y="1600"/>
                    <a:pt x="681" y="1613"/>
                    <a:pt x="740" y="1613"/>
                  </a:cubicBezTo>
                  <a:cubicBezTo>
                    <a:pt x="781" y="1613"/>
                    <a:pt x="825" y="1607"/>
                    <a:pt x="868" y="1596"/>
                  </a:cubicBezTo>
                  <a:cubicBezTo>
                    <a:pt x="974" y="1596"/>
                    <a:pt x="1053" y="1569"/>
                    <a:pt x="1158" y="1517"/>
                  </a:cubicBezTo>
                  <a:cubicBezTo>
                    <a:pt x="1210" y="1490"/>
                    <a:pt x="1263" y="1438"/>
                    <a:pt x="1316" y="1412"/>
                  </a:cubicBezTo>
                  <a:cubicBezTo>
                    <a:pt x="1421" y="1306"/>
                    <a:pt x="1500" y="1201"/>
                    <a:pt x="1552" y="1070"/>
                  </a:cubicBezTo>
                  <a:cubicBezTo>
                    <a:pt x="1552" y="1017"/>
                    <a:pt x="1552" y="964"/>
                    <a:pt x="1579" y="886"/>
                  </a:cubicBezTo>
                  <a:cubicBezTo>
                    <a:pt x="1579" y="754"/>
                    <a:pt x="1552" y="623"/>
                    <a:pt x="1500" y="491"/>
                  </a:cubicBezTo>
                  <a:cubicBezTo>
                    <a:pt x="1473" y="465"/>
                    <a:pt x="1473" y="438"/>
                    <a:pt x="1447" y="412"/>
                  </a:cubicBezTo>
                  <a:cubicBezTo>
                    <a:pt x="1421" y="307"/>
                    <a:pt x="1342" y="254"/>
                    <a:pt x="1263" y="175"/>
                  </a:cubicBezTo>
                  <a:cubicBezTo>
                    <a:pt x="1184" y="97"/>
                    <a:pt x="1105" y="70"/>
                    <a:pt x="1000" y="44"/>
                  </a:cubicBezTo>
                  <a:cubicBezTo>
                    <a:pt x="954" y="13"/>
                    <a:pt x="898" y="0"/>
                    <a:pt x="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1921325" y="3343429"/>
              <a:ext cx="40125" cy="40325"/>
            </a:xfrm>
            <a:custGeom>
              <a:avLst/>
              <a:gdLst/>
              <a:ahLst/>
              <a:cxnLst/>
              <a:rect l="l" t="t" r="r" b="b"/>
              <a:pathLst>
                <a:path w="1605" h="1613" extrusionOk="0">
                  <a:moveTo>
                    <a:pt x="857" y="0"/>
                  </a:moveTo>
                  <a:cubicBezTo>
                    <a:pt x="819" y="0"/>
                    <a:pt x="780" y="7"/>
                    <a:pt x="737" y="18"/>
                  </a:cubicBezTo>
                  <a:cubicBezTo>
                    <a:pt x="631" y="18"/>
                    <a:pt x="526" y="18"/>
                    <a:pt x="447" y="70"/>
                  </a:cubicBezTo>
                  <a:cubicBezTo>
                    <a:pt x="395" y="123"/>
                    <a:pt x="316" y="149"/>
                    <a:pt x="263" y="202"/>
                  </a:cubicBezTo>
                  <a:cubicBezTo>
                    <a:pt x="158" y="281"/>
                    <a:pt x="105" y="412"/>
                    <a:pt x="53" y="517"/>
                  </a:cubicBezTo>
                  <a:cubicBezTo>
                    <a:pt x="53" y="596"/>
                    <a:pt x="26" y="649"/>
                    <a:pt x="26" y="728"/>
                  </a:cubicBezTo>
                  <a:cubicBezTo>
                    <a:pt x="0" y="859"/>
                    <a:pt x="26" y="991"/>
                    <a:pt x="105" y="1122"/>
                  </a:cubicBezTo>
                  <a:cubicBezTo>
                    <a:pt x="105" y="1149"/>
                    <a:pt x="132" y="1175"/>
                    <a:pt x="132" y="1201"/>
                  </a:cubicBezTo>
                  <a:cubicBezTo>
                    <a:pt x="184" y="1280"/>
                    <a:pt x="237" y="1359"/>
                    <a:pt x="342" y="1438"/>
                  </a:cubicBezTo>
                  <a:cubicBezTo>
                    <a:pt x="395" y="1491"/>
                    <a:pt x="474" y="1543"/>
                    <a:pt x="579" y="1569"/>
                  </a:cubicBezTo>
                  <a:cubicBezTo>
                    <a:pt x="640" y="1600"/>
                    <a:pt x="702" y="1613"/>
                    <a:pt x="758" y="1613"/>
                  </a:cubicBezTo>
                  <a:cubicBezTo>
                    <a:pt x="798" y="1613"/>
                    <a:pt x="835" y="1607"/>
                    <a:pt x="868" y="1596"/>
                  </a:cubicBezTo>
                  <a:cubicBezTo>
                    <a:pt x="973" y="1596"/>
                    <a:pt x="1078" y="1569"/>
                    <a:pt x="1184" y="1517"/>
                  </a:cubicBezTo>
                  <a:cubicBezTo>
                    <a:pt x="1236" y="1491"/>
                    <a:pt x="1289" y="1438"/>
                    <a:pt x="1341" y="1412"/>
                  </a:cubicBezTo>
                  <a:cubicBezTo>
                    <a:pt x="1447" y="1306"/>
                    <a:pt x="1526" y="1201"/>
                    <a:pt x="1552" y="1070"/>
                  </a:cubicBezTo>
                  <a:cubicBezTo>
                    <a:pt x="1578" y="1017"/>
                    <a:pt x="1578" y="965"/>
                    <a:pt x="1604" y="886"/>
                  </a:cubicBezTo>
                  <a:cubicBezTo>
                    <a:pt x="1604" y="754"/>
                    <a:pt x="1578" y="623"/>
                    <a:pt x="1526" y="491"/>
                  </a:cubicBezTo>
                  <a:cubicBezTo>
                    <a:pt x="1499" y="465"/>
                    <a:pt x="1499" y="439"/>
                    <a:pt x="1473" y="412"/>
                  </a:cubicBezTo>
                  <a:cubicBezTo>
                    <a:pt x="1420" y="307"/>
                    <a:pt x="1368" y="254"/>
                    <a:pt x="1289" y="176"/>
                  </a:cubicBezTo>
                  <a:cubicBezTo>
                    <a:pt x="1210" y="123"/>
                    <a:pt x="1131" y="70"/>
                    <a:pt x="1026" y="44"/>
                  </a:cubicBezTo>
                  <a:cubicBezTo>
                    <a:pt x="964" y="13"/>
                    <a:pt x="912" y="0"/>
                    <a:pt x="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1884600" y="3223454"/>
              <a:ext cx="36800" cy="26050"/>
            </a:xfrm>
            <a:custGeom>
              <a:avLst/>
              <a:gdLst/>
              <a:ahLst/>
              <a:cxnLst/>
              <a:rect l="l" t="t" r="r" b="b"/>
              <a:pathLst>
                <a:path w="1472" h="1042" extrusionOk="0">
                  <a:moveTo>
                    <a:pt x="719" y="1"/>
                  </a:moveTo>
                  <a:cubicBezTo>
                    <a:pt x="648" y="1"/>
                    <a:pt x="573" y="18"/>
                    <a:pt x="496" y="56"/>
                  </a:cubicBezTo>
                  <a:cubicBezTo>
                    <a:pt x="0" y="327"/>
                    <a:pt x="258" y="1042"/>
                    <a:pt x="722" y="1042"/>
                  </a:cubicBezTo>
                  <a:cubicBezTo>
                    <a:pt x="800" y="1042"/>
                    <a:pt x="883" y="1022"/>
                    <a:pt x="969" y="977"/>
                  </a:cubicBezTo>
                  <a:cubicBezTo>
                    <a:pt x="1471" y="726"/>
                    <a:pt x="1182" y="1"/>
                    <a:pt x="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0"/>
            <p:cNvSpPr/>
            <p:nvPr/>
          </p:nvSpPr>
          <p:spPr>
            <a:xfrm>
              <a:off x="1945650" y="3277454"/>
              <a:ext cx="26325" cy="27650"/>
            </a:xfrm>
            <a:custGeom>
              <a:avLst/>
              <a:gdLst/>
              <a:ahLst/>
              <a:cxnLst/>
              <a:rect l="l" t="t" r="r" b="b"/>
              <a:pathLst>
                <a:path w="1053" h="1106" extrusionOk="0">
                  <a:moveTo>
                    <a:pt x="474" y="0"/>
                  </a:moveTo>
                  <a:cubicBezTo>
                    <a:pt x="395" y="0"/>
                    <a:pt x="342" y="27"/>
                    <a:pt x="263" y="53"/>
                  </a:cubicBezTo>
                  <a:cubicBezTo>
                    <a:pt x="237" y="79"/>
                    <a:pt x="184" y="106"/>
                    <a:pt x="158" y="132"/>
                  </a:cubicBezTo>
                  <a:cubicBezTo>
                    <a:pt x="105" y="211"/>
                    <a:pt x="53" y="263"/>
                    <a:pt x="27" y="369"/>
                  </a:cubicBezTo>
                  <a:cubicBezTo>
                    <a:pt x="0" y="395"/>
                    <a:pt x="0" y="448"/>
                    <a:pt x="0" y="474"/>
                  </a:cubicBezTo>
                  <a:cubicBezTo>
                    <a:pt x="0" y="579"/>
                    <a:pt x="0" y="658"/>
                    <a:pt x="53" y="737"/>
                  </a:cubicBezTo>
                  <a:cubicBezTo>
                    <a:pt x="53" y="763"/>
                    <a:pt x="79" y="789"/>
                    <a:pt x="79" y="816"/>
                  </a:cubicBezTo>
                  <a:cubicBezTo>
                    <a:pt x="132" y="895"/>
                    <a:pt x="158" y="947"/>
                    <a:pt x="211" y="974"/>
                  </a:cubicBezTo>
                  <a:cubicBezTo>
                    <a:pt x="263" y="1026"/>
                    <a:pt x="316" y="1052"/>
                    <a:pt x="395" y="1079"/>
                  </a:cubicBezTo>
                  <a:cubicBezTo>
                    <a:pt x="447" y="1105"/>
                    <a:pt x="526" y="1105"/>
                    <a:pt x="579" y="1105"/>
                  </a:cubicBezTo>
                  <a:cubicBezTo>
                    <a:pt x="658" y="1105"/>
                    <a:pt x="710" y="1079"/>
                    <a:pt x="789" y="1052"/>
                  </a:cubicBezTo>
                  <a:cubicBezTo>
                    <a:pt x="816" y="1026"/>
                    <a:pt x="868" y="1000"/>
                    <a:pt x="894" y="974"/>
                  </a:cubicBezTo>
                  <a:cubicBezTo>
                    <a:pt x="947" y="921"/>
                    <a:pt x="1000" y="842"/>
                    <a:pt x="1026" y="763"/>
                  </a:cubicBezTo>
                  <a:cubicBezTo>
                    <a:pt x="1052" y="711"/>
                    <a:pt x="1052" y="658"/>
                    <a:pt x="1052" y="632"/>
                  </a:cubicBezTo>
                  <a:cubicBezTo>
                    <a:pt x="1052" y="526"/>
                    <a:pt x="1052" y="448"/>
                    <a:pt x="1000" y="369"/>
                  </a:cubicBezTo>
                  <a:cubicBezTo>
                    <a:pt x="1000" y="342"/>
                    <a:pt x="973" y="316"/>
                    <a:pt x="973" y="290"/>
                  </a:cubicBezTo>
                  <a:cubicBezTo>
                    <a:pt x="921" y="211"/>
                    <a:pt x="894" y="158"/>
                    <a:pt x="842" y="132"/>
                  </a:cubicBezTo>
                  <a:cubicBezTo>
                    <a:pt x="789" y="79"/>
                    <a:pt x="737" y="53"/>
                    <a:pt x="658" y="27"/>
                  </a:cubicBezTo>
                  <a:cubicBezTo>
                    <a:pt x="605" y="0"/>
                    <a:pt x="526" y="0"/>
                    <a:pt x="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0"/>
            <p:cNvSpPr/>
            <p:nvPr/>
          </p:nvSpPr>
          <p:spPr>
            <a:xfrm>
              <a:off x="1970625" y="3193954"/>
              <a:ext cx="26975" cy="27625"/>
            </a:xfrm>
            <a:custGeom>
              <a:avLst/>
              <a:gdLst/>
              <a:ahLst/>
              <a:cxnLst/>
              <a:rect l="l" t="t" r="r" b="b"/>
              <a:pathLst>
                <a:path w="1079" h="1105" extrusionOk="0">
                  <a:moveTo>
                    <a:pt x="500" y="0"/>
                  </a:moveTo>
                  <a:cubicBezTo>
                    <a:pt x="421" y="0"/>
                    <a:pt x="369" y="27"/>
                    <a:pt x="290" y="53"/>
                  </a:cubicBezTo>
                  <a:cubicBezTo>
                    <a:pt x="264" y="79"/>
                    <a:pt x="211" y="106"/>
                    <a:pt x="185" y="132"/>
                  </a:cubicBezTo>
                  <a:cubicBezTo>
                    <a:pt x="132" y="211"/>
                    <a:pt x="80" y="263"/>
                    <a:pt x="53" y="369"/>
                  </a:cubicBezTo>
                  <a:cubicBezTo>
                    <a:pt x="27" y="395"/>
                    <a:pt x="27" y="447"/>
                    <a:pt x="27" y="500"/>
                  </a:cubicBezTo>
                  <a:cubicBezTo>
                    <a:pt x="1" y="579"/>
                    <a:pt x="27" y="658"/>
                    <a:pt x="80" y="763"/>
                  </a:cubicBezTo>
                  <a:cubicBezTo>
                    <a:pt x="80" y="789"/>
                    <a:pt x="106" y="789"/>
                    <a:pt x="106" y="842"/>
                  </a:cubicBezTo>
                  <a:cubicBezTo>
                    <a:pt x="132" y="895"/>
                    <a:pt x="185" y="947"/>
                    <a:pt x="237" y="1000"/>
                  </a:cubicBezTo>
                  <a:cubicBezTo>
                    <a:pt x="290" y="1026"/>
                    <a:pt x="343" y="1079"/>
                    <a:pt x="421" y="1079"/>
                  </a:cubicBezTo>
                  <a:cubicBezTo>
                    <a:pt x="474" y="1105"/>
                    <a:pt x="553" y="1105"/>
                    <a:pt x="606" y="1105"/>
                  </a:cubicBezTo>
                  <a:cubicBezTo>
                    <a:pt x="684" y="1105"/>
                    <a:pt x="737" y="1079"/>
                    <a:pt x="816" y="1052"/>
                  </a:cubicBezTo>
                  <a:cubicBezTo>
                    <a:pt x="842" y="1026"/>
                    <a:pt x="869" y="1000"/>
                    <a:pt x="921" y="973"/>
                  </a:cubicBezTo>
                  <a:cubicBezTo>
                    <a:pt x="974" y="921"/>
                    <a:pt x="1026" y="842"/>
                    <a:pt x="1053" y="763"/>
                  </a:cubicBezTo>
                  <a:cubicBezTo>
                    <a:pt x="1079" y="710"/>
                    <a:pt x="1079" y="684"/>
                    <a:pt x="1079" y="632"/>
                  </a:cubicBezTo>
                  <a:cubicBezTo>
                    <a:pt x="1079" y="526"/>
                    <a:pt x="1079" y="447"/>
                    <a:pt x="1026" y="369"/>
                  </a:cubicBezTo>
                  <a:cubicBezTo>
                    <a:pt x="1026" y="342"/>
                    <a:pt x="1000" y="316"/>
                    <a:pt x="1000" y="290"/>
                  </a:cubicBezTo>
                  <a:cubicBezTo>
                    <a:pt x="947" y="237"/>
                    <a:pt x="921" y="184"/>
                    <a:pt x="869" y="132"/>
                  </a:cubicBezTo>
                  <a:cubicBezTo>
                    <a:pt x="816" y="79"/>
                    <a:pt x="763" y="53"/>
                    <a:pt x="684" y="27"/>
                  </a:cubicBezTo>
                  <a:cubicBezTo>
                    <a:pt x="632" y="0"/>
                    <a:pt x="553" y="0"/>
                    <a:pt x="5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50"/>
            <p:cNvSpPr/>
            <p:nvPr/>
          </p:nvSpPr>
          <p:spPr>
            <a:xfrm>
              <a:off x="2759625" y="712700"/>
              <a:ext cx="877125" cy="1496500"/>
            </a:xfrm>
            <a:custGeom>
              <a:avLst/>
              <a:gdLst/>
              <a:ahLst/>
              <a:cxnLst/>
              <a:rect l="l" t="t" r="r" b="b"/>
              <a:pathLst>
                <a:path w="35085" h="59860" extrusionOk="0">
                  <a:moveTo>
                    <a:pt x="1973" y="59860"/>
                  </a:moveTo>
                  <a:cubicBezTo>
                    <a:pt x="1973" y="59860"/>
                    <a:pt x="7049" y="43790"/>
                    <a:pt x="3525" y="33297"/>
                  </a:cubicBezTo>
                  <a:cubicBezTo>
                    <a:pt x="1" y="22829"/>
                    <a:pt x="3683" y="7023"/>
                    <a:pt x="5944" y="3499"/>
                  </a:cubicBezTo>
                  <a:cubicBezTo>
                    <a:pt x="8206" y="1"/>
                    <a:pt x="23934" y="10126"/>
                    <a:pt x="27326" y="21199"/>
                  </a:cubicBezTo>
                  <a:cubicBezTo>
                    <a:pt x="30745" y="32297"/>
                    <a:pt x="35085" y="50707"/>
                    <a:pt x="35085" y="50707"/>
                  </a:cubicBezTo>
                  <a:lnTo>
                    <a:pt x="1973" y="598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50"/>
            <p:cNvSpPr/>
            <p:nvPr/>
          </p:nvSpPr>
          <p:spPr>
            <a:xfrm>
              <a:off x="2909675" y="828700"/>
              <a:ext cx="74150" cy="52075"/>
            </a:xfrm>
            <a:custGeom>
              <a:avLst/>
              <a:gdLst/>
              <a:ahLst/>
              <a:cxnLst/>
              <a:rect l="l" t="t" r="r" b="b"/>
              <a:pathLst>
                <a:path w="2966" h="2083" extrusionOk="0">
                  <a:moveTo>
                    <a:pt x="1491" y="1"/>
                  </a:moveTo>
                  <a:cubicBezTo>
                    <a:pt x="1342" y="1"/>
                    <a:pt x="1184" y="38"/>
                    <a:pt x="1021" y="121"/>
                  </a:cubicBezTo>
                  <a:cubicBezTo>
                    <a:pt x="1" y="643"/>
                    <a:pt x="563" y="2082"/>
                    <a:pt x="1496" y="2082"/>
                  </a:cubicBezTo>
                  <a:cubicBezTo>
                    <a:pt x="1645" y="2082"/>
                    <a:pt x="1804" y="2046"/>
                    <a:pt x="1968" y="1962"/>
                  </a:cubicBezTo>
                  <a:cubicBezTo>
                    <a:pt x="2965" y="1441"/>
                    <a:pt x="2419" y="1"/>
                    <a:pt x="1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0"/>
            <p:cNvSpPr/>
            <p:nvPr/>
          </p:nvSpPr>
          <p:spPr>
            <a:xfrm>
              <a:off x="3015425" y="1077900"/>
              <a:ext cx="74150" cy="51875"/>
            </a:xfrm>
            <a:custGeom>
              <a:avLst/>
              <a:gdLst/>
              <a:ahLst/>
              <a:cxnLst/>
              <a:rect l="l" t="t" r="r" b="b"/>
              <a:pathLst>
                <a:path w="2966" h="2075" extrusionOk="0">
                  <a:moveTo>
                    <a:pt x="1487" y="0"/>
                  </a:moveTo>
                  <a:cubicBezTo>
                    <a:pt x="1340" y="0"/>
                    <a:pt x="1185" y="37"/>
                    <a:pt x="1025" y="121"/>
                  </a:cubicBezTo>
                  <a:cubicBezTo>
                    <a:pt x="1" y="644"/>
                    <a:pt x="553" y="2074"/>
                    <a:pt x="1487" y="2074"/>
                  </a:cubicBezTo>
                  <a:cubicBezTo>
                    <a:pt x="1632" y="2074"/>
                    <a:pt x="1786" y="2040"/>
                    <a:pt x="1946" y="1962"/>
                  </a:cubicBezTo>
                  <a:cubicBezTo>
                    <a:pt x="2966" y="1440"/>
                    <a:pt x="2403" y="0"/>
                    <a:pt x="14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0"/>
            <p:cNvSpPr/>
            <p:nvPr/>
          </p:nvSpPr>
          <p:spPr>
            <a:xfrm>
              <a:off x="2858400" y="1239850"/>
              <a:ext cx="74150" cy="51875"/>
            </a:xfrm>
            <a:custGeom>
              <a:avLst/>
              <a:gdLst/>
              <a:ahLst/>
              <a:cxnLst/>
              <a:rect l="l" t="t" r="r" b="b"/>
              <a:pathLst>
                <a:path w="2966" h="2075" extrusionOk="0">
                  <a:moveTo>
                    <a:pt x="1479" y="0"/>
                  </a:moveTo>
                  <a:cubicBezTo>
                    <a:pt x="1334" y="0"/>
                    <a:pt x="1180" y="35"/>
                    <a:pt x="1020" y="113"/>
                  </a:cubicBezTo>
                  <a:cubicBezTo>
                    <a:pt x="0" y="634"/>
                    <a:pt x="543" y="2074"/>
                    <a:pt x="1471" y="2074"/>
                  </a:cubicBezTo>
                  <a:cubicBezTo>
                    <a:pt x="1619" y="2074"/>
                    <a:pt x="1778" y="2037"/>
                    <a:pt x="1941" y="1954"/>
                  </a:cubicBezTo>
                  <a:cubicBezTo>
                    <a:pt x="2965" y="1430"/>
                    <a:pt x="2413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0"/>
            <p:cNvSpPr/>
            <p:nvPr/>
          </p:nvSpPr>
          <p:spPr>
            <a:xfrm>
              <a:off x="3037125" y="1430325"/>
              <a:ext cx="74150" cy="51850"/>
            </a:xfrm>
            <a:custGeom>
              <a:avLst/>
              <a:gdLst/>
              <a:ahLst/>
              <a:cxnLst/>
              <a:rect l="l" t="t" r="r" b="b"/>
              <a:pathLst>
                <a:path w="2966" h="2074" extrusionOk="0">
                  <a:moveTo>
                    <a:pt x="1495" y="0"/>
                  </a:moveTo>
                  <a:cubicBezTo>
                    <a:pt x="1347" y="0"/>
                    <a:pt x="1188" y="37"/>
                    <a:pt x="1025" y="121"/>
                  </a:cubicBezTo>
                  <a:cubicBezTo>
                    <a:pt x="1" y="644"/>
                    <a:pt x="552" y="2074"/>
                    <a:pt x="1487" y="2074"/>
                  </a:cubicBezTo>
                  <a:cubicBezTo>
                    <a:pt x="1632" y="2074"/>
                    <a:pt x="1786" y="2039"/>
                    <a:pt x="1946" y="1962"/>
                  </a:cubicBezTo>
                  <a:cubicBezTo>
                    <a:pt x="2966" y="1440"/>
                    <a:pt x="2422" y="0"/>
                    <a:pt x="1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0"/>
            <p:cNvSpPr/>
            <p:nvPr/>
          </p:nvSpPr>
          <p:spPr>
            <a:xfrm>
              <a:off x="2926025" y="1691350"/>
              <a:ext cx="74125" cy="51400"/>
            </a:xfrm>
            <a:custGeom>
              <a:avLst/>
              <a:gdLst/>
              <a:ahLst/>
              <a:cxnLst/>
              <a:rect l="l" t="t" r="r" b="b"/>
              <a:pathLst>
                <a:path w="2965" h="2056" extrusionOk="0">
                  <a:moveTo>
                    <a:pt x="1470" y="0"/>
                  </a:moveTo>
                  <a:cubicBezTo>
                    <a:pt x="1320" y="0"/>
                    <a:pt x="1161" y="37"/>
                    <a:pt x="998" y="121"/>
                  </a:cubicBezTo>
                  <a:cubicBezTo>
                    <a:pt x="1" y="619"/>
                    <a:pt x="547" y="2056"/>
                    <a:pt x="1474" y="2056"/>
                  </a:cubicBezTo>
                  <a:cubicBezTo>
                    <a:pt x="1623" y="2056"/>
                    <a:pt x="1781" y="2019"/>
                    <a:pt x="1945" y="1935"/>
                  </a:cubicBezTo>
                  <a:cubicBezTo>
                    <a:pt x="2965" y="1437"/>
                    <a:pt x="2402" y="0"/>
                    <a:pt x="1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0"/>
            <p:cNvSpPr/>
            <p:nvPr/>
          </p:nvSpPr>
          <p:spPr>
            <a:xfrm>
              <a:off x="3177175" y="1826125"/>
              <a:ext cx="74150" cy="51875"/>
            </a:xfrm>
            <a:custGeom>
              <a:avLst/>
              <a:gdLst/>
              <a:ahLst/>
              <a:cxnLst/>
              <a:rect l="l" t="t" r="r" b="b"/>
              <a:pathLst>
                <a:path w="2966" h="2075" extrusionOk="0">
                  <a:moveTo>
                    <a:pt x="1495" y="1"/>
                  </a:moveTo>
                  <a:cubicBezTo>
                    <a:pt x="1347" y="1"/>
                    <a:pt x="1188" y="38"/>
                    <a:pt x="1025" y="121"/>
                  </a:cubicBezTo>
                  <a:cubicBezTo>
                    <a:pt x="1" y="645"/>
                    <a:pt x="572" y="2075"/>
                    <a:pt x="1495" y="2075"/>
                  </a:cubicBezTo>
                  <a:cubicBezTo>
                    <a:pt x="1638" y="2075"/>
                    <a:pt x="1790" y="2040"/>
                    <a:pt x="1945" y="1962"/>
                  </a:cubicBezTo>
                  <a:cubicBezTo>
                    <a:pt x="2966" y="1441"/>
                    <a:pt x="2422" y="1"/>
                    <a:pt x="14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0"/>
            <p:cNvSpPr/>
            <p:nvPr/>
          </p:nvSpPr>
          <p:spPr>
            <a:xfrm>
              <a:off x="2885875" y="1978125"/>
              <a:ext cx="52625" cy="53150"/>
            </a:xfrm>
            <a:custGeom>
              <a:avLst/>
              <a:gdLst/>
              <a:ahLst/>
              <a:cxnLst/>
              <a:rect l="l" t="t" r="r" b="b"/>
              <a:pathLst>
                <a:path w="2105" h="2126" extrusionOk="0">
                  <a:moveTo>
                    <a:pt x="1063" y="0"/>
                  </a:moveTo>
                  <a:cubicBezTo>
                    <a:pt x="1024" y="0"/>
                    <a:pt x="986" y="4"/>
                    <a:pt x="947" y="11"/>
                  </a:cubicBezTo>
                  <a:cubicBezTo>
                    <a:pt x="816" y="11"/>
                    <a:pt x="684" y="38"/>
                    <a:pt x="553" y="117"/>
                  </a:cubicBezTo>
                  <a:lnTo>
                    <a:pt x="342" y="274"/>
                  </a:lnTo>
                  <a:cubicBezTo>
                    <a:pt x="211" y="380"/>
                    <a:pt x="105" y="537"/>
                    <a:pt x="53" y="695"/>
                  </a:cubicBezTo>
                  <a:lnTo>
                    <a:pt x="0" y="958"/>
                  </a:lnTo>
                  <a:cubicBezTo>
                    <a:pt x="0" y="1142"/>
                    <a:pt x="27" y="1326"/>
                    <a:pt x="105" y="1484"/>
                  </a:cubicBezTo>
                  <a:cubicBezTo>
                    <a:pt x="132" y="1510"/>
                    <a:pt x="132" y="1537"/>
                    <a:pt x="158" y="1563"/>
                  </a:cubicBezTo>
                  <a:cubicBezTo>
                    <a:pt x="211" y="1695"/>
                    <a:pt x="290" y="1800"/>
                    <a:pt x="395" y="1879"/>
                  </a:cubicBezTo>
                  <a:cubicBezTo>
                    <a:pt x="500" y="1984"/>
                    <a:pt x="605" y="2036"/>
                    <a:pt x="737" y="2063"/>
                  </a:cubicBezTo>
                  <a:cubicBezTo>
                    <a:pt x="833" y="2101"/>
                    <a:pt x="929" y="2126"/>
                    <a:pt x="1025" y="2126"/>
                  </a:cubicBezTo>
                  <a:cubicBezTo>
                    <a:pt x="1061" y="2126"/>
                    <a:pt x="1096" y="2122"/>
                    <a:pt x="1131" y="2115"/>
                  </a:cubicBezTo>
                  <a:cubicBezTo>
                    <a:pt x="1263" y="2115"/>
                    <a:pt x="1394" y="2089"/>
                    <a:pt x="1526" y="2010"/>
                  </a:cubicBezTo>
                  <a:lnTo>
                    <a:pt x="1762" y="1852"/>
                  </a:lnTo>
                  <a:cubicBezTo>
                    <a:pt x="1894" y="1721"/>
                    <a:pt x="1973" y="1589"/>
                    <a:pt x="2025" y="1405"/>
                  </a:cubicBezTo>
                  <a:lnTo>
                    <a:pt x="2078" y="1169"/>
                  </a:lnTo>
                  <a:cubicBezTo>
                    <a:pt x="2104" y="984"/>
                    <a:pt x="2052" y="800"/>
                    <a:pt x="1973" y="643"/>
                  </a:cubicBezTo>
                  <a:cubicBezTo>
                    <a:pt x="1973" y="616"/>
                    <a:pt x="1946" y="590"/>
                    <a:pt x="1946" y="564"/>
                  </a:cubicBezTo>
                  <a:cubicBezTo>
                    <a:pt x="1868" y="432"/>
                    <a:pt x="1789" y="327"/>
                    <a:pt x="1683" y="248"/>
                  </a:cubicBezTo>
                  <a:cubicBezTo>
                    <a:pt x="1578" y="143"/>
                    <a:pt x="1473" y="90"/>
                    <a:pt x="1342" y="38"/>
                  </a:cubicBezTo>
                  <a:cubicBezTo>
                    <a:pt x="1249" y="19"/>
                    <a:pt x="1156" y="0"/>
                    <a:pt x="1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0"/>
            <p:cNvSpPr/>
            <p:nvPr/>
          </p:nvSpPr>
          <p:spPr>
            <a:xfrm>
              <a:off x="2883900" y="952700"/>
              <a:ext cx="40775" cy="39475"/>
            </a:xfrm>
            <a:custGeom>
              <a:avLst/>
              <a:gdLst/>
              <a:ahLst/>
              <a:cxnLst/>
              <a:rect l="l" t="t" r="r" b="b"/>
              <a:pathLst>
                <a:path w="1631" h="1579" extrusionOk="0">
                  <a:moveTo>
                    <a:pt x="921" y="0"/>
                  </a:moveTo>
                  <a:cubicBezTo>
                    <a:pt x="763" y="0"/>
                    <a:pt x="632" y="27"/>
                    <a:pt x="526" y="79"/>
                  </a:cubicBezTo>
                  <a:cubicBezTo>
                    <a:pt x="500" y="106"/>
                    <a:pt x="474" y="106"/>
                    <a:pt x="447" y="132"/>
                  </a:cubicBezTo>
                  <a:cubicBezTo>
                    <a:pt x="342" y="158"/>
                    <a:pt x="263" y="237"/>
                    <a:pt x="211" y="316"/>
                  </a:cubicBezTo>
                  <a:cubicBezTo>
                    <a:pt x="132" y="395"/>
                    <a:pt x="79" y="474"/>
                    <a:pt x="53" y="579"/>
                  </a:cubicBezTo>
                  <a:cubicBezTo>
                    <a:pt x="27" y="658"/>
                    <a:pt x="0" y="763"/>
                    <a:pt x="27" y="868"/>
                  </a:cubicBezTo>
                  <a:cubicBezTo>
                    <a:pt x="27" y="973"/>
                    <a:pt x="53" y="1052"/>
                    <a:pt x="106" y="1158"/>
                  </a:cubicBezTo>
                  <a:cubicBezTo>
                    <a:pt x="158" y="1210"/>
                    <a:pt x="184" y="1263"/>
                    <a:pt x="237" y="1315"/>
                  </a:cubicBezTo>
                  <a:cubicBezTo>
                    <a:pt x="316" y="1421"/>
                    <a:pt x="421" y="1499"/>
                    <a:pt x="553" y="1552"/>
                  </a:cubicBezTo>
                  <a:cubicBezTo>
                    <a:pt x="632" y="1552"/>
                    <a:pt x="684" y="1552"/>
                    <a:pt x="737" y="1578"/>
                  </a:cubicBezTo>
                  <a:cubicBezTo>
                    <a:pt x="895" y="1578"/>
                    <a:pt x="1026" y="1552"/>
                    <a:pt x="1131" y="1499"/>
                  </a:cubicBezTo>
                  <a:cubicBezTo>
                    <a:pt x="1158" y="1473"/>
                    <a:pt x="1184" y="1473"/>
                    <a:pt x="1210" y="1447"/>
                  </a:cubicBezTo>
                  <a:cubicBezTo>
                    <a:pt x="1315" y="1421"/>
                    <a:pt x="1394" y="1342"/>
                    <a:pt x="1447" y="1263"/>
                  </a:cubicBezTo>
                  <a:cubicBezTo>
                    <a:pt x="1526" y="1184"/>
                    <a:pt x="1578" y="1105"/>
                    <a:pt x="1605" y="1000"/>
                  </a:cubicBezTo>
                  <a:cubicBezTo>
                    <a:pt x="1631" y="921"/>
                    <a:pt x="1631" y="816"/>
                    <a:pt x="1631" y="710"/>
                  </a:cubicBezTo>
                  <a:cubicBezTo>
                    <a:pt x="1631" y="605"/>
                    <a:pt x="1605" y="526"/>
                    <a:pt x="1552" y="421"/>
                  </a:cubicBezTo>
                  <a:cubicBezTo>
                    <a:pt x="1499" y="369"/>
                    <a:pt x="1473" y="316"/>
                    <a:pt x="1421" y="237"/>
                  </a:cubicBezTo>
                  <a:cubicBezTo>
                    <a:pt x="1342" y="158"/>
                    <a:pt x="1236" y="79"/>
                    <a:pt x="1105" y="27"/>
                  </a:cubicBezTo>
                  <a:cubicBezTo>
                    <a:pt x="1026" y="27"/>
                    <a:pt x="973" y="0"/>
                    <a:pt x="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3046300" y="877750"/>
              <a:ext cx="40125" cy="41450"/>
            </a:xfrm>
            <a:custGeom>
              <a:avLst/>
              <a:gdLst/>
              <a:ahLst/>
              <a:cxnLst/>
              <a:rect l="l" t="t" r="r" b="b"/>
              <a:pathLst>
                <a:path w="1605" h="1658" extrusionOk="0">
                  <a:moveTo>
                    <a:pt x="868" y="0"/>
                  </a:moveTo>
                  <a:cubicBezTo>
                    <a:pt x="737" y="0"/>
                    <a:pt x="605" y="26"/>
                    <a:pt x="474" y="79"/>
                  </a:cubicBezTo>
                  <a:cubicBezTo>
                    <a:pt x="421" y="132"/>
                    <a:pt x="369" y="158"/>
                    <a:pt x="316" y="211"/>
                  </a:cubicBezTo>
                  <a:cubicBezTo>
                    <a:pt x="211" y="289"/>
                    <a:pt x="132" y="395"/>
                    <a:pt x="106" y="526"/>
                  </a:cubicBezTo>
                  <a:cubicBezTo>
                    <a:pt x="79" y="579"/>
                    <a:pt x="79" y="605"/>
                    <a:pt x="53" y="631"/>
                  </a:cubicBezTo>
                  <a:cubicBezTo>
                    <a:pt x="27" y="737"/>
                    <a:pt x="1" y="842"/>
                    <a:pt x="27" y="947"/>
                  </a:cubicBezTo>
                  <a:cubicBezTo>
                    <a:pt x="27" y="1052"/>
                    <a:pt x="53" y="1131"/>
                    <a:pt x="106" y="1236"/>
                  </a:cubicBezTo>
                  <a:cubicBezTo>
                    <a:pt x="158" y="1315"/>
                    <a:pt x="211" y="1394"/>
                    <a:pt x="290" y="1473"/>
                  </a:cubicBezTo>
                  <a:cubicBezTo>
                    <a:pt x="369" y="1526"/>
                    <a:pt x="448" y="1578"/>
                    <a:pt x="553" y="1604"/>
                  </a:cubicBezTo>
                  <a:cubicBezTo>
                    <a:pt x="605" y="1631"/>
                    <a:pt x="684" y="1631"/>
                    <a:pt x="737" y="1657"/>
                  </a:cubicBezTo>
                  <a:cubicBezTo>
                    <a:pt x="868" y="1657"/>
                    <a:pt x="1000" y="1631"/>
                    <a:pt x="1131" y="1578"/>
                  </a:cubicBezTo>
                  <a:cubicBezTo>
                    <a:pt x="1184" y="1526"/>
                    <a:pt x="1237" y="1499"/>
                    <a:pt x="1316" y="1447"/>
                  </a:cubicBezTo>
                  <a:cubicBezTo>
                    <a:pt x="1394" y="1368"/>
                    <a:pt x="1473" y="1236"/>
                    <a:pt x="1526" y="1131"/>
                  </a:cubicBezTo>
                  <a:cubicBezTo>
                    <a:pt x="1526" y="1078"/>
                    <a:pt x="1552" y="1052"/>
                    <a:pt x="1552" y="1000"/>
                  </a:cubicBezTo>
                  <a:cubicBezTo>
                    <a:pt x="1605" y="921"/>
                    <a:pt x="1605" y="815"/>
                    <a:pt x="1579" y="710"/>
                  </a:cubicBezTo>
                  <a:cubicBezTo>
                    <a:pt x="1579" y="605"/>
                    <a:pt x="1552" y="526"/>
                    <a:pt x="1500" y="421"/>
                  </a:cubicBezTo>
                  <a:cubicBezTo>
                    <a:pt x="1473" y="316"/>
                    <a:pt x="1394" y="237"/>
                    <a:pt x="1316" y="184"/>
                  </a:cubicBezTo>
                  <a:cubicBezTo>
                    <a:pt x="1237" y="105"/>
                    <a:pt x="1158" y="53"/>
                    <a:pt x="1053" y="26"/>
                  </a:cubicBezTo>
                  <a:cubicBezTo>
                    <a:pt x="1000" y="26"/>
                    <a:pt x="947" y="26"/>
                    <a:pt x="8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2977700" y="955750"/>
              <a:ext cx="55775" cy="38625"/>
            </a:xfrm>
            <a:custGeom>
              <a:avLst/>
              <a:gdLst/>
              <a:ahLst/>
              <a:cxnLst/>
              <a:rect l="l" t="t" r="r" b="b"/>
              <a:pathLst>
                <a:path w="2231" h="1545" extrusionOk="0">
                  <a:moveTo>
                    <a:pt x="1125" y="0"/>
                  </a:moveTo>
                  <a:cubicBezTo>
                    <a:pt x="1014" y="0"/>
                    <a:pt x="895" y="27"/>
                    <a:pt x="772" y="89"/>
                  </a:cubicBezTo>
                  <a:cubicBezTo>
                    <a:pt x="1" y="474"/>
                    <a:pt x="423" y="1545"/>
                    <a:pt x="1128" y="1545"/>
                  </a:cubicBezTo>
                  <a:cubicBezTo>
                    <a:pt x="1240" y="1545"/>
                    <a:pt x="1359" y="1518"/>
                    <a:pt x="1482" y="1456"/>
                  </a:cubicBezTo>
                  <a:cubicBezTo>
                    <a:pt x="2231" y="1071"/>
                    <a:pt x="1825" y="0"/>
                    <a:pt x="1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2878425" y="1064875"/>
              <a:ext cx="55675" cy="38650"/>
            </a:xfrm>
            <a:custGeom>
              <a:avLst/>
              <a:gdLst/>
              <a:ahLst/>
              <a:cxnLst/>
              <a:rect l="l" t="t" r="r" b="b"/>
              <a:pathLst>
                <a:path w="2227" h="1546" extrusionOk="0">
                  <a:moveTo>
                    <a:pt x="1117" y="1"/>
                  </a:moveTo>
                  <a:cubicBezTo>
                    <a:pt x="1007" y="1"/>
                    <a:pt x="891" y="28"/>
                    <a:pt x="772" y="90"/>
                  </a:cubicBezTo>
                  <a:cubicBezTo>
                    <a:pt x="0" y="475"/>
                    <a:pt x="423" y="1546"/>
                    <a:pt x="1110" y="1546"/>
                  </a:cubicBezTo>
                  <a:cubicBezTo>
                    <a:pt x="1220" y="1546"/>
                    <a:pt x="1336" y="1519"/>
                    <a:pt x="1455" y="1457"/>
                  </a:cubicBezTo>
                  <a:cubicBezTo>
                    <a:pt x="2227" y="1071"/>
                    <a:pt x="1804" y="1"/>
                    <a:pt x="1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2954600" y="1214150"/>
              <a:ext cx="55200" cy="38625"/>
            </a:xfrm>
            <a:custGeom>
              <a:avLst/>
              <a:gdLst/>
              <a:ahLst/>
              <a:cxnLst/>
              <a:rect l="l" t="t" r="r" b="b"/>
              <a:pathLst>
                <a:path w="2208" h="1545" extrusionOk="0">
                  <a:moveTo>
                    <a:pt x="1102" y="0"/>
                  </a:moveTo>
                  <a:cubicBezTo>
                    <a:pt x="991" y="0"/>
                    <a:pt x="872" y="27"/>
                    <a:pt x="749" y="89"/>
                  </a:cubicBezTo>
                  <a:cubicBezTo>
                    <a:pt x="1" y="474"/>
                    <a:pt x="406" y="1545"/>
                    <a:pt x="1106" y="1545"/>
                  </a:cubicBezTo>
                  <a:cubicBezTo>
                    <a:pt x="1218" y="1545"/>
                    <a:pt x="1336" y="1518"/>
                    <a:pt x="1459" y="1456"/>
                  </a:cubicBezTo>
                  <a:cubicBezTo>
                    <a:pt x="2208" y="1071"/>
                    <a:pt x="1802" y="0"/>
                    <a:pt x="1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3077850" y="1264350"/>
              <a:ext cx="40800" cy="40125"/>
            </a:xfrm>
            <a:custGeom>
              <a:avLst/>
              <a:gdLst/>
              <a:ahLst/>
              <a:cxnLst/>
              <a:rect l="l" t="t" r="r" b="b"/>
              <a:pathLst>
                <a:path w="1632" h="1605" extrusionOk="0">
                  <a:moveTo>
                    <a:pt x="895" y="1"/>
                  </a:moveTo>
                  <a:cubicBezTo>
                    <a:pt x="764" y="1"/>
                    <a:pt x="632" y="27"/>
                    <a:pt x="501" y="106"/>
                  </a:cubicBezTo>
                  <a:cubicBezTo>
                    <a:pt x="474" y="106"/>
                    <a:pt x="474" y="132"/>
                    <a:pt x="448" y="132"/>
                  </a:cubicBezTo>
                  <a:cubicBezTo>
                    <a:pt x="343" y="185"/>
                    <a:pt x="264" y="237"/>
                    <a:pt x="211" y="342"/>
                  </a:cubicBezTo>
                  <a:cubicBezTo>
                    <a:pt x="132" y="395"/>
                    <a:pt x="80" y="474"/>
                    <a:pt x="54" y="579"/>
                  </a:cubicBezTo>
                  <a:cubicBezTo>
                    <a:pt x="27" y="684"/>
                    <a:pt x="1" y="790"/>
                    <a:pt x="27" y="868"/>
                  </a:cubicBezTo>
                  <a:cubicBezTo>
                    <a:pt x="27" y="974"/>
                    <a:pt x="54" y="1079"/>
                    <a:pt x="106" y="1184"/>
                  </a:cubicBezTo>
                  <a:cubicBezTo>
                    <a:pt x="132" y="1237"/>
                    <a:pt x="185" y="1289"/>
                    <a:pt x="211" y="1342"/>
                  </a:cubicBezTo>
                  <a:cubicBezTo>
                    <a:pt x="317" y="1447"/>
                    <a:pt x="422" y="1500"/>
                    <a:pt x="553" y="1552"/>
                  </a:cubicBezTo>
                  <a:cubicBezTo>
                    <a:pt x="606" y="1579"/>
                    <a:pt x="685" y="1579"/>
                    <a:pt x="737" y="1605"/>
                  </a:cubicBezTo>
                  <a:cubicBezTo>
                    <a:pt x="869" y="1605"/>
                    <a:pt x="1000" y="1579"/>
                    <a:pt x="1132" y="1500"/>
                  </a:cubicBezTo>
                  <a:cubicBezTo>
                    <a:pt x="1158" y="1500"/>
                    <a:pt x="1184" y="1473"/>
                    <a:pt x="1211" y="1473"/>
                  </a:cubicBezTo>
                  <a:cubicBezTo>
                    <a:pt x="1316" y="1421"/>
                    <a:pt x="1395" y="1368"/>
                    <a:pt x="1447" y="1263"/>
                  </a:cubicBezTo>
                  <a:cubicBezTo>
                    <a:pt x="1526" y="1210"/>
                    <a:pt x="1579" y="1131"/>
                    <a:pt x="1605" y="1026"/>
                  </a:cubicBezTo>
                  <a:cubicBezTo>
                    <a:pt x="1632" y="921"/>
                    <a:pt x="1632" y="816"/>
                    <a:pt x="1632" y="737"/>
                  </a:cubicBezTo>
                  <a:cubicBezTo>
                    <a:pt x="1632" y="632"/>
                    <a:pt x="1605" y="527"/>
                    <a:pt x="1553" y="421"/>
                  </a:cubicBezTo>
                  <a:cubicBezTo>
                    <a:pt x="1500" y="369"/>
                    <a:pt x="1474" y="316"/>
                    <a:pt x="1421" y="264"/>
                  </a:cubicBezTo>
                  <a:cubicBezTo>
                    <a:pt x="1342" y="158"/>
                    <a:pt x="1237" y="106"/>
                    <a:pt x="1106" y="53"/>
                  </a:cubicBezTo>
                  <a:cubicBezTo>
                    <a:pt x="1027" y="27"/>
                    <a:pt x="974" y="27"/>
                    <a:pt x="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2949425" y="1357275"/>
              <a:ext cx="55675" cy="38850"/>
            </a:xfrm>
            <a:custGeom>
              <a:avLst/>
              <a:gdLst/>
              <a:ahLst/>
              <a:cxnLst/>
              <a:rect l="l" t="t" r="r" b="b"/>
              <a:pathLst>
                <a:path w="2227" h="1554" extrusionOk="0">
                  <a:moveTo>
                    <a:pt x="1136" y="0"/>
                  </a:moveTo>
                  <a:cubicBezTo>
                    <a:pt x="1022" y="0"/>
                    <a:pt x="899" y="30"/>
                    <a:pt x="772" y="97"/>
                  </a:cubicBezTo>
                  <a:cubicBezTo>
                    <a:pt x="1" y="483"/>
                    <a:pt x="423" y="1553"/>
                    <a:pt x="1128" y="1553"/>
                  </a:cubicBezTo>
                  <a:cubicBezTo>
                    <a:pt x="1240" y="1553"/>
                    <a:pt x="1359" y="1526"/>
                    <a:pt x="1482" y="1465"/>
                  </a:cubicBezTo>
                  <a:cubicBezTo>
                    <a:pt x="2227" y="1081"/>
                    <a:pt x="1829" y="0"/>
                    <a:pt x="1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0"/>
            <p:cNvSpPr/>
            <p:nvPr/>
          </p:nvSpPr>
          <p:spPr>
            <a:xfrm>
              <a:off x="2889600" y="1469900"/>
              <a:ext cx="55675" cy="38650"/>
            </a:xfrm>
            <a:custGeom>
              <a:avLst/>
              <a:gdLst/>
              <a:ahLst/>
              <a:cxnLst/>
              <a:rect l="l" t="t" r="r" b="b"/>
              <a:pathLst>
                <a:path w="2227" h="1546" extrusionOk="0">
                  <a:moveTo>
                    <a:pt x="1117" y="1"/>
                  </a:moveTo>
                  <a:cubicBezTo>
                    <a:pt x="1007" y="1"/>
                    <a:pt x="891" y="28"/>
                    <a:pt x="772" y="89"/>
                  </a:cubicBezTo>
                  <a:cubicBezTo>
                    <a:pt x="0" y="475"/>
                    <a:pt x="423" y="1546"/>
                    <a:pt x="1110" y="1546"/>
                  </a:cubicBezTo>
                  <a:cubicBezTo>
                    <a:pt x="1220" y="1546"/>
                    <a:pt x="1336" y="1518"/>
                    <a:pt x="1456" y="1457"/>
                  </a:cubicBezTo>
                  <a:cubicBezTo>
                    <a:pt x="2227" y="1071"/>
                    <a:pt x="1805" y="1"/>
                    <a:pt x="1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0"/>
            <p:cNvSpPr/>
            <p:nvPr/>
          </p:nvSpPr>
          <p:spPr>
            <a:xfrm>
              <a:off x="2994150" y="1573800"/>
              <a:ext cx="55675" cy="38625"/>
            </a:xfrm>
            <a:custGeom>
              <a:avLst/>
              <a:gdLst/>
              <a:ahLst/>
              <a:cxnLst/>
              <a:rect l="l" t="t" r="r" b="b"/>
              <a:pathLst>
                <a:path w="2227" h="1545" extrusionOk="0">
                  <a:moveTo>
                    <a:pt x="1117" y="0"/>
                  </a:moveTo>
                  <a:cubicBezTo>
                    <a:pt x="1007" y="0"/>
                    <a:pt x="891" y="27"/>
                    <a:pt x="771" y="89"/>
                  </a:cubicBezTo>
                  <a:cubicBezTo>
                    <a:pt x="0" y="474"/>
                    <a:pt x="423" y="1545"/>
                    <a:pt x="1110" y="1545"/>
                  </a:cubicBezTo>
                  <a:cubicBezTo>
                    <a:pt x="1220" y="1545"/>
                    <a:pt x="1336" y="1518"/>
                    <a:pt x="1455" y="1456"/>
                  </a:cubicBezTo>
                  <a:cubicBezTo>
                    <a:pt x="2227" y="1071"/>
                    <a:pt x="1804" y="0"/>
                    <a:pt x="11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3110525" y="1622450"/>
              <a:ext cx="55675" cy="39300"/>
            </a:xfrm>
            <a:custGeom>
              <a:avLst/>
              <a:gdLst/>
              <a:ahLst/>
              <a:cxnLst/>
              <a:rect l="l" t="t" r="r" b="b"/>
              <a:pathLst>
                <a:path w="2227" h="1572" extrusionOk="0">
                  <a:moveTo>
                    <a:pt x="1116" y="0"/>
                  </a:moveTo>
                  <a:cubicBezTo>
                    <a:pt x="1007" y="0"/>
                    <a:pt x="891" y="28"/>
                    <a:pt x="772" y="89"/>
                  </a:cubicBezTo>
                  <a:cubicBezTo>
                    <a:pt x="0" y="497"/>
                    <a:pt x="403" y="1571"/>
                    <a:pt x="1103" y="1571"/>
                  </a:cubicBezTo>
                  <a:cubicBezTo>
                    <a:pt x="1214" y="1571"/>
                    <a:pt x="1333" y="1544"/>
                    <a:pt x="1455" y="1483"/>
                  </a:cubicBezTo>
                  <a:cubicBezTo>
                    <a:pt x="2227" y="1074"/>
                    <a:pt x="1804" y="0"/>
                    <a:pt x="1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0"/>
            <p:cNvSpPr/>
            <p:nvPr/>
          </p:nvSpPr>
          <p:spPr>
            <a:xfrm>
              <a:off x="3055300" y="1796025"/>
              <a:ext cx="55675" cy="38650"/>
            </a:xfrm>
            <a:custGeom>
              <a:avLst/>
              <a:gdLst/>
              <a:ahLst/>
              <a:cxnLst/>
              <a:rect l="l" t="t" r="r" b="b"/>
              <a:pathLst>
                <a:path w="2227" h="1546" extrusionOk="0">
                  <a:moveTo>
                    <a:pt x="1125" y="1"/>
                  </a:moveTo>
                  <a:cubicBezTo>
                    <a:pt x="1013" y="1"/>
                    <a:pt x="894" y="28"/>
                    <a:pt x="771" y="89"/>
                  </a:cubicBezTo>
                  <a:cubicBezTo>
                    <a:pt x="0" y="475"/>
                    <a:pt x="422" y="1545"/>
                    <a:pt x="1110" y="1545"/>
                  </a:cubicBezTo>
                  <a:cubicBezTo>
                    <a:pt x="1220" y="1545"/>
                    <a:pt x="1336" y="1518"/>
                    <a:pt x="1455" y="1457"/>
                  </a:cubicBezTo>
                  <a:cubicBezTo>
                    <a:pt x="2227" y="1071"/>
                    <a:pt x="1824" y="1"/>
                    <a:pt x="11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0"/>
            <p:cNvSpPr/>
            <p:nvPr/>
          </p:nvSpPr>
          <p:spPr>
            <a:xfrm>
              <a:off x="2940450" y="1811150"/>
              <a:ext cx="40775" cy="39725"/>
            </a:xfrm>
            <a:custGeom>
              <a:avLst/>
              <a:gdLst/>
              <a:ahLst/>
              <a:cxnLst/>
              <a:rect l="l" t="t" r="r" b="b"/>
              <a:pathLst>
                <a:path w="1631" h="1589" extrusionOk="0">
                  <a:moveTo>
                    <a:pt x="796" y="0"/>
                  </a:moveTo>
                  <a:cubicBezTo>
                    <a:pt x="697" y="0"/>
                    <a:pt x="599" y="30"/>
                    <a:pt x="500" y="89"/>
                  </a:cubicBezTo>
                  <a:cubicBezTo>
                    <a:pt x="474" y="89"/>
                    <a:pt x="447" y="115"/>
                    <a:pt x="421" y="115"/>
                  </a:cubicBezTo>
                  <a:cubicBezTo>
                    <a:pt x="316" y="168"/>
                    <a:pt x="263" y="221"/>
                    <a:pt x="184" y="326"/>
                  </a:cubicBezTo>
                  <a:cubicBezTo>
                    <a:pt x="132" y="378"/>
                    <a:pt x="79" y="457"/>
                    <a:pt x="53" y="562"/>
                  </a:cubicBezTo>
                  <a:cubicBezTo>
                    <a:pt x="0" y="668"/>
                    <a:pt x="0" y="773"/>
                    <a:pt x="26" y="852"/>
                  </a:cubicBezTo>
                  <a:cubicBezTo>
                    <a:pt x="26" y="957"/>
                    <a:pt x="26" y="1062"/>
                    <a:pt x="79" y="1167"/>
                  </a:cubicBezTo>
                  <a:cubicBezTo>
                    <a:pt x="132" y="1220"/>
                    <a:pt x="158" y="1273"/>
                    <a:pt x="211" y="1325"/>
                  </a:cubicBezTo>
                  <a:cubicBezTo>
                    <a:pt x="289" y="1430"/>
                    <a:pt x="421" y="1509"/>
                    <a:pt x="526" y="1536"/>
                  </a:cubicBezTo>
                  <a:cubicBezTo>
                    <a:pt x="605" y="1562"/>
                    <a:pt x="658" y="1562"/>
                    <a:pt x="737" y="1588"/>
                  </a:cubicBezTo>
                  <a:cubicBezTo>
                    <a:pt x="868" y="1588"/>
                    <a:pt x="1000" y="1562"/>
                    <a:pt x="1131" y="1483"/>
                  </a:cubicBezTo>
                  <a:cubicBezTo>
                    <a:pt x="1157" y="1483"/>
                    <a:pt x="1184" y="1457"/>
                    <a:pt x="1210" y="1457"/>
                  </a:cubicBezTo>
                  <a:cubicBezTo>
                    <a:pt x="1289" y="1404"/>
                    <a:pt x="1368" y="1351"/>
                    <a:pt x="1447" y="1273"/>
                  </a:cubicBezTo>
                  <a:cubicBezTo>
                    <a:pt x="1499" y="1194"/>
                    <a:pt x="1552" y="1115"/>
                    <a:pt x="1578" y="1010"/>
                  </a:cubicBezTo>
                  <a:cubicBezTo>
                    <a:pt x="1631" y="904"/>
                    <a:pt x="1631" y="825"/>
                    <a:pt x="1604" y="720"/>
                  </a:cubicBezTo>
                  <a:cubicBezTo>
                    <a:pt x="1604" y="615"/>
                    <a:pt x="1578" y="510"/>
                    <a:pt x="1526" y="431"/>
                  </a:cubicBezTo>
                  <a:cubicBezTo>
                    <a:pt x="1499" y="352"/>
                    <a:pt x="1447" y="299"/>
                    <a:pt x="1420" y="247"/>
                  </a:cubicBezTo>
                  <a:cubicBezTo>
                    <a:pt x="1315" y="142"/>
                    <a:pt x="1210" y="89"/>
                    <a:pt x="1078" y="36"/>
                  </a:cubicBezTo>
                  <a:cubicBezTo>
                    <a:pt x="1026" y="10"/>
                    <a:pt x="973" y="10"/>
                    <a:pt x="894" y="10"/>
                  </a:cubicBezTo>
                  <a:cubicBezTo>
                    <a:pt x="862" y="4"/>
                    <a:pt x="829" y="0"/>
                    <a:pt x="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0"/>
            <p:cNvSpPr/>
            <p:nvPr/>
          </p:nvSpPr>
          <p:spPr>
            <a:xfrm>
              <a:off x="3002900" y="1938700"/>
              <a:ext cx="40800" cy="39725"/>
            </a:xfrm>
            <a:custGeom>
              <a:avLst/>
              <a:gdLst/>
              <a:ahLst/>
              <a:cxnLst/>
              <a:rect l="l" t="t" r="r" b="b"/>
              <a:pathLst>
                <a:path w="1632" h="1589" extrusionOk="0">
                  <a:moveTo>
                    <a:pt x="796" y="1"/>
                  </a:moveTo>
                  <a:cubicBezTo>
                    <a:pt x="698" y="1"/>
                    <a:pt x="599" y="30"/>
                    <a:pt x="500" y="89"/>
                  </a:cubicBezTo>
                  <a:cubicBezTo>
                    <a:pt x="474" y="89"/>
                    <a:pt x="448" y="116"/>
                    <a:pt x="421" y="116"/>
                  </a:cubicBezTo>
                  <a:cubicBezTo>
                    <a:pt x="343" y="168"/>
                    <a:pt x="264" y="221"/>
                    <a:pt x="185" y="326"/>
                  </a:cubicBezTo>
                  <a:cubicBezTo>
                    <a:pt x="132" y="379"/>
                    <a:pt x="80" y="457"/>
                    <a:pt x="53" y="563"/>
                  </a:cubicBezTo>
                  <a:cubicBezTo>
                    <a:pt x="1" y="668"/>
                    <a:pt x="1" y="773"/>
                    <a:pt x="27" y="852"/>
                  </a:cubicBezTo>
                  <a:cubicBezTo>
                    <a:pt x="27" y="957"/>
                    <a:pt x="53" y="1062"/>
                    <a:pt x="106" y="1168"/>
                  </a:cubicBezTo>
                  <a:cubicBezTo>
                    <a:pt x="132" y="1220"/>
                    <a:pt x="185" y="1273"/>
                    <a:pt x="211" y="1325"/>
                  </a:cubicBezTo>
                  <a:cubicBezTo>
                    <a:pt x="316" y="1431"/>
                    <a:pt x="421" y="1509"/>
                    <a:pt x="553" y="1536"/>
                  </a:cubicBezTo>
                  <a:cubicBezTo>
                    <a:pt x="606" y="1562"/>
                    <a:pt x="658" y="1562"/>
                    <a:pt x="737" y="1588"/>
                  </a:cubicBezTo>
                  <a:cubicBezTo>
                    <a:pt x="869" y="1588"/>
                    <a:pt x="1000" y="1562"/>
                    <a:pt x="1132" y="1509"/>
                  </a:cubicBezTo>
                  <a:cubicBezTo>
                    <a:pt x="1158" y="1483"/>
                    <a:pt x="1184" y="1457"/>
                    <a:pt x="1210" y="1457"/>
                  </a:cubicBezTo>
                  <a:cubicBezTo>
                    <a:pt x="1289" y="1404"/>
                    <a:pt x="1368" y="1352"/>
                    <a:pt x="1447" y="1273"/>
                  </a:cubicBezTo>
                  <a:cubicBezTo>
                    <a:pt x="1500" y="1194"/>
                    <a:pt x="1552" y="1115"/>
                    <a:pt x="1579" y="1010"/>
                  </a:cubicBezTo>
                  <a:cubicBezTo>
                    <a:pt x="1631" y="905"/>
                    <a:pt x="1631" y="826"/>
                    <a:pt x="1605" y="720"/>
                  </a:cubicBezTo>
                  <a:cubicBezTo>
                    <a:pt x="1605" y="615"/>
                    <a:pt x="1579" y="510"/>
                    <a:pt x="1526" y="431"/>
                  </a:cubicBezTo>
                  <a:cubicBezTo>
                    <a:pt x="1500" y="379"/>
                    <a:pt x="1447" y="300"/>
                    <a:pt x="1421" y="247"/>
                  </a:cubicBezTo>
                  <a:cubicBezTo>
                    <a:pt x="1316" y="142"/>
                    <a:pt x="1210" y="89"/>
                    <a:pt x="1079" y="37"/>
                  </a:cubicBezTo>
                  <a:cubicBezTo>
                    <a:pt x="1026" y="10"/>
                    <a:pt x="974" y="10"/>
                    <a:pt x="895" y="10"/>
                  </a:cubicBezTo>
                  <a:cubicBezTo>
                    <a:pt x="862" y="4"/>
                    <a:pt x="829" y="1"/>
                    <a:pt x="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0"/>
            <p:cNvSpPr/>
            <p:nvPr/>
          </p:nvSpPr>
          <p:spPr>
            <a:xfrm>
              <a:off x="2909625" y="1876400"/>
              <a:ext cx="37475" cy="25850"/>
            </a:xfrm>
            <a:custGeom>
              <a:avLst/>
              <a:gdLst/>
              <a:ahLst/>
              <a:cxnLst/>
              <a:rect l="l" t="t" r="r" b="b"/>
              <a:pathLst>
                <a:path w="1499" h="1034" extrusionOk="0">
                  <a:moveTo>
                    <a:pt x="746" y="1"/>
                  </a:moveTo>
                  <a:cubicBezTo>
                    <a:pt x="675" y="1"/>
                    <a:pt x="600" y="18"/>
                    <a:pt x="523" y="56"/>
                  </a:cubicBezTo>
                  <a:cubicBezTo>
                    <a:pt x="0" y="329"/>
                    <a:pt x="283" y="1034"/>
                    <a:pt x="759" y="1034"/>
                  </a:cubicBezTo>
                  <a:cubicBezTo>
                    <a:pt x="834" y="1034"/>
                    <a:pt x="914" y="1016"/>
                    <a:pt x="996" y="977"/>
                  </a:cubicBezTo>
                  <a:cubicBezTo>
                    <a:pt x="1498" y="726"/>
                    <a:pt x="1209" y="1"/>
                    <a:pt x="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0"/>
            <p:cNvSpPr/>
            <p:nvPr/>
          </p:nvSpPr>
          <p:spPr>
            <a:xfrm>
              <a:off x="3037100" y="1861750"/>
              <a:ext cx="26975" cy="27550"/>
            </a:xfrm>
            <a:custGeom>
              <a:avLst/>
              <a:gdLst/>
              <a:ahLst/>
              <a:cxnLst/>
              <a:rect l="l" t="t" r="r" b="b"/>
              <a:pathLst>
                <a:path w="1079" h="1102" extrusionOk="0">
                  <a:moveTo>
                    <a:pt x="537" y="0"/>
                  </a:moveTo>
                  <a:cubicBezTo>
                    <a:pt x="518" y="0"/>
                    <a:pt x="497" y="4"/>
                    <a:pt x="474" y="11"/>
                  </a:cubicBezTo>
                  <a:cubicBezTo>
                    <a:pt x="395" y="11"/>
                    <a:pt x="342" y="11"/>
                    <a:pt x="290" y="64"/>
                  </a:cubicBezTo>
                  <a:cubicBezTo>
                    <a:pt x="237" y="90"/>
                    <a:pt x="211" y="116"/>
                    <a:pt x="158" y="143"/>
                  </a:cubicBezTo>
                  <a:cubicBezTo>
                    <a:pt x="105" y="195"/>
                    <a:pt x="53" y="274"/>
                    <a:pt x="27" y="353"/>
                  </a:cubicBezTo>
                  <a:cubicBezTo>
                    <a:pt x="27" y="406"/>
                    <a:pt x="0" y="432"/>
                    <a:pt x="0" y="485"/>
                  </a:cubicBezTo>
                  <a:cubicBezTo>
                    <a:pt x="0" y="564"/>
                    <a:pt x="27" y="669"/>
                    <a:pt x="53" y="748"/>
                  </a:cubicBezTo>
                  <a:cubicBezTo>
                    <a:pt x="79" y="774"/>
                    <a:pt x="79" y="800"/>
                    <a:pt x="105" y="827"/>
                  </a:cubicBezTo>
                  <a:cubicBezTo>
                    <a:pt x="132" y="879"/>
                    <a:pt x="158" y="932"/>
                    <a:pt x="237" y="984"/>
                  </a:cubicBezTo>
                  <a:cubicBezTo>
                    <a:pt x="263" y="1011"/>
                    <a:pt x="342" y="1063"/>
                    <a:pt x="395" y="1090"/>
                  </a:cubicBezTo>
                  <a:cubicBezTo>
                    <a:pt x="447" y="1090"/>
                    <a:pt x="488" y="1101"/>
                    <a:pt x="525" y="1101"/>
                  </a:cubicBezTo>
                  <a:cubicBezTo>
                    <a:pt x="544" y="1101"/>
                    <a:pt x="561" y="1098"/>
                    <a:pt x="579" y="1090"/>
                  </a:cubicBezTo>
                  <a:cubicBezTo>
                    <a:pt x="658" y="1090"/>
                    <a:pt x="737" y="1090"/>
                    <a:pt x="789" y="1037"/>
                  </a:cubicBezTo>
                  <a:cubicBezTo>
                    <a:pt x="816" y="1011"/>
                    <a:pt x="868" y="984"/>
                    <a:pt x="895" y="958"/>
                  </a:cubicBezTo>
                  <a:cubicBezTo>
                    <a:pt x="973" y="905"/>
                    <a:pt x="1026" y="827"/>
                    <a:pt x="1052" y="748"/>
                  </a:cubicBezTo>
                  <a:cubicBezTo>
                    <a:pt x="1052" y="695"/>
                    <a:pt x="1052" y="669"/>
                    <a:pt x="1052" y="616"/>
                  </a:cubicBezTo>
                  <a:cubicBezTo>
                    <a:pt x="1079" y="537"/>
                    <a:pt x="1052" y="432"/>
                    <a:pt x="1000" y="353"/>
                  </a:cubicBezTo>
                  <a:cubicBezTo>
                    <a:pt x="1000" y="327"/>
                    <a:pt x="973" y="301"/>
                    <a:pt x="973" y="274"/>
                  </a:cubicBezTo>
                  <a:cubicBezTo>
                    <a:pt x="947" y="222"/>
                    <a:pt x="895" y="169"/>
                    <a:pt x="842" y="116"/>
                  </a:cubicBezTo>
                  <a:cubicBezTo>
                    <a:pt x="789" y="90"/>
                    <a:pt x="737" y="38"/>
                    <a:pt x="658" y="38"/>
                  </a:cubicBezTo>
                  <a:cubicBezTo>
                    <a:pt x="621" y="19"/>
                    <a:pt x="583" y="0"/>
                    <a:pt x="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0"/>
            <p:cNvSpPr/>
            <p:nvPr/>
          </p:nvSpPr>
          <p:spPr>
            <a:xfrm>
              <a:off x="3100175" y="1927675"/>
              <a:ext cx="36900" cy="25825"/>
            </a:xfrm>
            <a:custGeom>
              <a:avLst/>
              <a:gdLst/>
              <a:ahLst/>
              <a:cxnLst/>
              <a:rect l="l" t="t" r="r" b="b"/>
              <a:pathLst>
                <a:path w="1476" h="1033" extrusionOk="0">
                  <a:moveTo>
                    <a:pt x="738" y="0"/>
                  </a:moveTo>
                  <a:cubicBezTo>
                    <a:pt x="663" y="0"/>
                    <a:pt x="584" y="18"/>
                    <a:pt x="502" y="57"/>
                  </a:cubicBezTo>
                  <a:cubicBezTo>
                    <a:pt x="0" y="308"/>
                    <a:pt x="289" y="1033"/>
                    <a:pt x="752" y="1033"/>
                  </a:cubicBezTo>
                  <a:cubicBezTo>
                    <a:pt x="823" y="1033"/>
                    <a:pt x="898" y="1016"/>
                    <a:pt x="975" y="977"/>
                  </a:cubicBezTo>
                  <a:cubicBezTo>
                    <a:pt x="1475" y="705"/>
                    <a:pt x="1209" y="0"/>
                    <a:pt x="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0"/>
            <p:cNvSpPr/>
            <p:nvPr/>
          </p:nvSpPr>
          <p:spPr>
            <a:xfrm>
              <a:off x="3147650" y="1762675"/>
              <a:ext cx="37375" cy="25825"/>
            </a:xfrm>
            <a:custGeom>
              <a:avLst/>
              <a:gdLst/>
              <a:ahLst/>
              <a:cxnLst/>
              <a:rect l="l" t="t" r="r" b="b"/>
              <a:pathLst>
                <a:path w="1495" h="1033" extrusionOk="0">
                  <a:moveTo>
                    <a:pt x="746" y="0"/>
                  </a:moveTo>
                  <a:cubicBezTo>
                    <a:pt x="675" y="0"/>
                    <a:pt x="600" y="17"/>
                    <a:pt x="523" y="56"/>
                  </a:cubicBezTo>
                  <a:cubicBezTo>
                    <a:pt x="0" y="328"/>
                    <a:pt x="282" y="1033"/>
                    <a:pt x="742" y="1033"/>
                  </a:cubicBezTo>
                  <a:cubicBezTo>
                    <a:pt x="814" y="1033"/>
                    <a:pt x="891" y="1015"/>
                    <a:pt x="970" y="976"/>
                  </a:cubicBezTo>
                  <a:cubicBezTo>
                    <a:pt x="1494" y="725"/>
                    <a:pt x="1208" y="0"/>
                    <a:pt x="7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0"/>
            <p:cNvSpPr/>
            <p:nvPr/>
          </p:nvSpPr>
          <p:spPr>
            <a:xfrm>
              <a:off x="3051650" y="1703475"/>
              <a:ext cx="37450" cy="25850"/>
            </a:xfrm>
            <a:custGeom>
              <a:avLst/>
              <a:gdLst/>
              <a:ahLst/>
              <a:cxnLst/>
              <a:rect l="l" t="t" r="r" b="b"/>
              <a:pathLst>
                <a:path w="1498" h="1034" extrusionOk="0">
                  <a:moveTo>
                    <a:pt x="746" y="1"/>
                  </a:moveTo>
                  <a:cubicBezTo>
                    <a:pt x="675" y="1"/>
                    <a:pt x="600" y="18"/>
                    <a:pt x="523" y="57"/>
                  </a:cubicBezTo>
                  <a:cubicBezTo>
                    <a:pt x="0" y="329"/>
                    <a:pt x="283" y="1034"/>
                    <a:pt x="759" y="1034"/>
                  </a:cubicBezTo>
                  <a:cubicBezTo>
                    <a:pt x="834" y="1034"/>
                    <a:pt x="914" y="1016"/>
                    <a:pt x="996" y="977"/>
                  </a:cubicBezTo>
                  <a:cubicBezTo>
                    <a:pt x="1498" y="726"/>
                    <a:pt x="1209" y="1"/>
                    <a:pt x="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0"/>
            <p:cNvSpPr/>
            <p:nvPr/>
          </p:nvSpPr>
          <p:spPr>
            <a:xfrm>
              <a:off x="2904975" y="1580950"/>
              <a:ext cx="37275" cy="26050"/>
            </a:xfrm>
            <a:custGeom>
              <a:avLst/>
              <a:gdLst/>
              <a:ahLst/>
              <a:cxnLst/>
              <a:rect l="l" t="t" r="r" b="b"/>
              <a:pathLst>
                <a:path w="1491" h="1042" extrusionOk="0">
                  <a:moveTo>
                    <a:pt x="764" y="1"/>
                  </a:moveTo>
                  <a:cubicBezTo>
                    <a:pt x="688" y="1"/>
                    <a:pt x="608" y="21"/>
                    <a:pt x="525" y="66"/>
                  </a:cubicBezTo>
                  <a:cubicBezTo>
                    <a:pt x="1" y="317"/>
                    <a:pt x="287" y="1042"/>
                    <a:pt x="749" y="1042"/>
                  </a:cubicBezTo>
                  <a:cubicBezTo>
                    <a:pt x="820" y="1042"/>
                    <a:pt x="895" y="1025"/>
                    <a:pt x="972" y="986"/>
                  </a:cubicBezTo>
                  <a:cubicBezTo>
                    <a:pt x="1491" y="716"/>
                    <a:pt x="1217" y="1"/>
                    <a:pt x="7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0"/>
            <p:cNvSpPr/>
            <p:nvPr/>
          </p:nvSpPr>
          <p:spPr>
            <a:xfrm>
              <a:off x="3089050" y="1551025"/>
              <a:ext cx="26975" cy="28300"/>
            </a:xfrm>
            <a:custGeom>
              <a:avLst/>
              <a:gdLst/>
              <a:ahLst/>
              <a:cxnLst/>
              <a:rect l="l" t="t" r="r" b="b"/>
              <a:pathLst>
                <a:path w="1079" h="1132" extrusionOk="0">
                  <a:moveTo>
                    <a:pt x="605" y="0"/>
                  </a:moveTo>
                  <a:cubicBezTo>
                    <a:pt x="500" y="0"/>
                    <a:pt x="421" y="0"/>
                    <a:pt x="342" y="53"/>
                  </a:cubicBezTo>
                  <a:cubicBezTo>
                    <a:pt x="289" y="79"/>
                    <a:pt x="263" y="106"/>
                    <a:pt x="210" y="132"/>
                  </a:cubicBezTo>
                  <a:cubicBezTo>
                    <a:pt x="158" y="184"/>
                    <a:pt x="105" y="263"/>
                    <a:pt x="79" y="342"/>
                  </a:cubicBezTo>
                  <a:cubicBezTo>
                    <a:pt x="53" y="395"/>
                    <a:pt x="53" y="421"/>
                    <a:pt x="53" y="474"/>
                  </a:cubicBezTo>
                  <a:cubicBezTo>
                    <a:pt x="26" y="526"/>
                    <a:pt x="0" y="579"/>
                    <a:pt x="26" y="658"/>
                  </a:cubicBezTo>
                  <a:cubicBezTo>
                    <a:pt x="26" y="737"/>
                    <a:pt x="26" y="789"/>
                    <a:pt x="79" y="842"/>
                  </a:cubicBezTo>
                  <a:cubicBezTo>
                    <a:pt x="105" y="921"/>
                    <a:pt x="132" y="973"/>
                    <a:pt x="210" y="1000"/>
                  </a:cubicBezTo>
                  <a:cubicBezTo>
                    <a:pt x="237" y="1052"/>
                    <a:pt x="316" y="1079"/>
                    <a:pt x="368" y="1105"/>
                  </a:cubicBezTo>
                  <a:cubicBezTo>
                    <a:pt x="421" y="1105"/>
                    <a:pt x="447" y="1131"/>
                    <a:pt x="500" y="1131"/>
                  </a:cubicBezTo>
                  <a:cubicBezTo>
                    <a:pt x="579" y="1131"/>
                    <a:pt x="684" y="1131"/>
                    <a:pt x="763" y="1079"/>
                  </a:cubicBezTo>
                  <a:cubicBezTo>
                    <a:pt x="789" y="1052"/>
                    <a:pt x="842" y="1026"/>
                    <a:pt x="868" y="1000"/>
                  </a:cubicBezTo>
                  <a:cubicBezTo>
                    <a:pt x="947" y="947"/>
                    <a:pt x="999" y="868"/>
                    <a:pt x="1026" y="789"/>
                  </a:cubicBezTo>
                  <a:cubicBezTo>
                    <a:pt x="1026" y="737"/>
                    <a:pt x="1026" y="710"/>
                    <a:pt x="1052" y="658"/>
                  </a:cubicBezTo>
                  <a:cubicBezTo>
                    <a:pt x="1078" y="605"/>
                    <a:pt x="1078" y="526"/>
                    <a:pt x="1078" y="474"/>
                  </a:cubicBezTo>
                  <a:cubicBezTo>
                    <a:pt x="1078" y="395"/>
                    <a:pt x="1052" y="342"/>
                    <a:pt x="1026" y="263"/>
                  </a:cubicBezTo>
                  <a:cubicBezTo>
                    <a:pt x="999" y="211"/>
                    <a:pt x="947" y="158"/>
                    <a:pt x="894" y="106"/>
                  </a:cubicBezTo>
                  <a:cubicBezTo>
                    <a:pt x="842" y="79"/>
                    <a:pt x="789" y="27"/>
                    <a:pt x="710" y="27"/>
                  </a:cubicBezTo>
                  <a:cubicBezTo>
                    <a:pt x="684" y="0"/>
                    <a:pt x="631" y="0"/>
                    <a:pt x="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0"/>
            <p:cNvSpPr/>
            <p:nvPr/>
          </p:nvSpPr>
          <p:spPr>
            <a:xfrm>
              <a:off x="2980550" y="1470075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23" y="0"/>
                  </a:moveTo>
                  <a:cubicBezTo>
                    <a:pt x="652" y="0"/>
                    <a:pt x="577" y="18"/>
                    <a:pt x="500" y="56"/>
                  </a:cubicBezTo>
                  <a:cubicBezTo>
                    <a:pt x="0" y="329"/>
                    <a:pt x="266" y="1033"/>
                    <a:pt x="738" y="1033"/>
                  </a:cubicBezTo>
                  <a:cubicBezTo>
                    <a:pt x="812" y="1033"/>
                    <a:pt x="891" y="1016"/>
                    <a:pt x="974" y="977"/>
                  </a:cubicBezTo>
                  <a:cubicBezTo>
                    <a:pt x="1475" y="726"/>
                    <a:pt x="1186" y="0"/>
                    <a:pt x="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0"/>
            <p:cNvSpPr/>
            <p:nvPr/>
          </p:nvSpPr>
          <p:spPr>
            <a:xfrm>
              <a:off x="2861650" y="1352150"/>
              <a:ext cx="36650" cy="25625"/>
            </a:xfrm>
            <a:custGeom>
              <a:avLst/>
              <a:gdLst/>
              <a:ahLst/>
              <a:cxnLst/>
              <a:rect l="l" t="t" r="r" b="b"/>
              <a:pathLst>
                <a:path w="1466" h="1025" extrusionOk="0">
                  <a:moveTo>
                    <a:pt x="743" y="0"/>
                  </a:moveTo>
                  <a:cubicBezTo>
                    <a:pt x="666" y="0"/>
                    <a:pt x="582" y="20"/>
                    <a:pt x="496" y="65"/>
                  </a:cubicBezTo>
                  <a:cubicBezTo>
                    <a:pt x="0" y="313"/>
                    <a:pt x="277" y="1025"/>
                    <a:pt x="730" y="1025"/>
                  </a:cubicBezTo>
                  <a:cubicBezTo>
                    <a:pt x="806" y="1025"/>
                    <a:pt x="886" y="1005"/>
                    <a:pt x="969" y="960"/>
                  </a:cubicBezTo>
                  <a:cubicBezTo>
                    <a:pt x="1465" y="712"/>
                    <a:pt x="1208" y="0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3056125" y="134710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8" y="0"/>
                  </a:moveTo>
                  <a:cubicBezTo>
                    <a:pt x="663" y="0"/>
                    <a:pt x="584" y="18"/>
                    <a:pt x="502" y="57"/>
                  </a:cubicBezTo>
                  <a:cubicBezTo>
                    <a:pt x="0" y="308"/>
                    <a:pt x="289" y="1033"/>
                    <a:pt x="752" y="1033"/>
                  </a:cubicBezTo>
                  <a:cubicBezTo>
                    <a:pt x="823" y="1033"/>
                    <a:pt x="898" y="1016"/>
                    <a:pt x="975" y="977"/>
                  </a:cubicBezTo>
                  <a:cubicBezTo>
                    <a:pt x="1475" y="705"/>
                    <a:pt x="1209" y="0"/>
                    <a:pt x="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0"/>
            <p:cNvSpPr/>
            <p:nvPr/>
          </p:nvSpPr>
          <p:spPr>
            <a:xfrm>
              <a:off x="2864125" y="1144375"/>
              <a:ext cx="36800" cy="26050"/>
            </a:xfrm>
            <a:custGeom>
              <a:avLst/>
              <a:gdLst/>
              <a:ahLst/>
              <a:cxnLst/>
              <a:rect l="l" t="t" r="r" b="b"/>
              <a:pathLst>
                <a:path w="1472" h="1042" extrusionOk="0">
                  <a:moveTo>
                    <a:pt x="741" y="1"/>
                  </a:moveTo>
                  <a:cubicBezTo>
                    <a:pt x="665" y="1"/>
                    <a:pt x="585" y="20"/>
                    <a:pt x="502" y="66"/>
                  </a:cubicBezTo>
                  <a:cubicBezTo>
                    <a:pt x="0" y="316"/>
                    <a:pt x="270" y="1042"/>
                    <a:pt x="744" y="1042"/>
                  </a:cubicBezTo>
                  <a:cubicBezTo>
                    <a:pt x="817" y="1042"/>
                    <a:pt x="895" y="1025"/>
                    <a:pt x="975" y="986"/>
                  </a:cubicBezTo>
                  <a:cubicBezTo>
                    <a:pt x="1471" y="716"/>
                    <a:pt x="1194" y="1"/>
                    <a:pt x="7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0"/>
            <p:cNvSpPr/>
            <p:nvPr/>
          </p:nvSpPr>
          <p:spPr>
            <a:xfrm>
              <a:off x="3063400" y="1181425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1" y="1"/>
                  </a:moveTo>
                  <a:cubicBezTo>
                    <a:pt x="658" y="1"/>
                    <a:pt x="580" y="18"/>
                    <a:pt x="500" y="56"/>
                  </a:cubicBezTo>
                  <a:cubicBezTo>
                    <a:pt x="0" y="329"/>
                    <a:pt x="286" y="1034"/>
                    <a:pt x="746" y="1034"/>
                  </a:cubicBezTo>
                  <a:cubicBezTo>
                    <a:pt x="818" y="1034"/>
                    <a:pt x="895" y="1016"/>
                    <a:pt x="973" y="977"/>
                  </a:cubicBezTo>
                  <a:cubicBezTo>
                    <a:pt x="1475" y="726"/>
                    <a:pt x="1206" y="1"/>
                    <a:pt x="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0"/>
            <p:cNvSpPr/>
            <p:nvPr/>
          </p:nvSpPr>
          <p:spPr>
            <a:xfrm>
              <a:off x="2974050" y="1111725"/>
              <a:ext cx="37400" cy="25850"/>
            </a:xfrm>
            <a:custGeom>
              <a:avLst/>
              <a:gdLst/>
              <a:ahLst/>
              <a:cxnLst/>
              <a:rect l="l" t="t" r="r" b="b"/>
              <a:pathLst>
                <a:path w="1496" h="1034" extrusionOk="0">
                  <a:moveTo>
                    <a:pt x="747" y="1"/>
                  </a:moveTo>
                  <a:cubicBezTo>
                    <a:pt x="676" y="1"/>
                    <a:pt x="600" y="18"/>
                    <a:pt x="523" y="57"/>
                  </a:cubicBezTo>
                  <a:cubicBezTo>
                    <a:pt x="1" y="329"/>
                    <a:pt x="283" y="1034"/>
                    <a:pt x="743" y="1034"/>
                  </a:cubicBezTo>
                  <a:cubicBezTo>
                    <a:pt x="815" y="1034"/>
                    <a:pt x="892" y="1016"/>
                    <a:pt x="971" y="977"/>
                  </a:cubicBezTo>
                  <a:cubicBezTo>
                    <a:pt x="1495" y="726"/>
                    <a:pt x="1209" y="1"/>
                    <a:pt x="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2952275" y="1022400"/>
              <a:ext cx="26325" cy="28300"/>
            </a:xfrm>
            <a:custGeom>
              <a:avLst/>
              <a:gdLst/>
              <a:ahLst/>
              <a:cxnLst/>
              <a:rect l="l" t="t" r="r" b="b"/>
              <a:pathLst>
                <a:path w="1053" h="1132" extrusionOk="0">
                  <a:moveTo>
                    <a:pt x="579" y="0"/>
                  </a:moveTo>
                  <a:cubicBezTo>
                    <a:pt x="474" y="0"/>
                    <a:pt x="395" y="0"/>
                    <a:pt x="316" y="53"/>
                  </a:cubicBezTo>
                  <a:cubicBezTo>
                    <a:pt x="264" y="79"/>
                    <a:pt x="237" y="105"/>
                    <a:pt x="211" y="132"/>
                  </a:cubicBezTo>
                  <a:cubicBezTo>
                    <a:pt x="132" y="184"/>
                    <a:pt x="79" y="263"/>
                    <a:pt x="53" y="342"/>
                  </a:cubicBezTo>
                  <a:cubicBezTo>
                    <a:pt x="53" y="395"/>
                    <a:pt x="27" y="421"/>
                    <a:pt x="27" y="474"/>
                  </a:cubicBezTo>
                  <a:cubicBezTo>
                    <a:pt x="1" y="526"/>
                    <a:pt x="1" y="605"/>
                    <a:pt x="1" y="658"/>
                  </a:cubicBezTo>
                  <a:cubicBezTo>
                    <a:pt x="1" y="737"/>
                    <a:pt x="27" y="789"/>
                    <a:pt x="53" y="868"/>
                  </a:cubicBezTo>
                  <a:cubicBezTo>
                    <a:pt x="79" y="921"/>
                    <a:pt x="132" y="973"/>
                    <a:pt x="185" y="1026"/>
                  </a:cubicBezTo>
                  <a:cubicBezTo>
                    <a:pt x="237" y="1052"/>
                    <a:pt x="290" y="1105"/>
                    <a:pt x="342" y="1105"/>
                  </a:cubicBezTo>
                  <a:cubicBezTo>
                    <a:pt x="395" y="1131"/>
                    <a:pt x="448" y="1131"/>
                    <a:pt x="474" y="1131"/>
                  </a:cubicBezTo>
                  <a:cubicBezTo>
                    <a:pt x="579" y="1131"/>
                    <a:pt x="658" y="1131"/>
                    <a:pt x="737" y="1078"/>
                  </a:cubicBezTo>
                  <a:cubicBezTo>
                    <a:pt x="790" y="1052"/>
                    <a:pt x="816" y="1026"/>
                    <a:pt x="842" y="1000"/>
                  </a:cubicBezTo>
                  <a:cubicBezTo>
                    <a:pt x="921" y="947"/>
                    <a:pt x="974" y="868"/>
                    <a:pt x="1000" y="789"/>
                  </a:cubicBezTo>
                  <a:cubicBezTo>
                    <a:pt x="1000" y="737"/>
                    <a:pt x="1026" y="710"/>
                    <a:pt x="1026" y="658"/>
                  </a:cubicBezTo>
                  <a:cubicBezTo>
                    <a:pt x="1053" y="605"/>
                    <a:pt x="1053" y="552"/>
                    <a:pt x="1053" y="474"/>
                  </a:cubicBezTo>
                  <a:cubicBezTo>
                    <a:pt x="1053" y="395"/>
                    <a:pt x="1026" y="342"/>
                    <a:pt x="1000" y="289"/>
                  </a:cubicBezTo>
                  <a:cubicBezTo>
                    <a:pt x="974" y="211"/>
                    <a:pt x="921" y="158"/>
                    <a:pt x="868" y="132"/>
                  </a:cubicBezTo>
                  <a:cubicBezTo>
                    <a:pt x="816" y="79"/>
                    <a:pt x="763" y="53"/>
                    <a:pt x="711" y="26"/>
                  </a:cubicBezTo>
                  <a:cubicBezTo>
                    <a:pt x="658" y="26"/>
                    <a:pt x="605" y="0"/>
                    <a:pt x="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3046400" y="1009600"/>
              <a:ext cx="37200" cy="25625"/>
            </a:xfrm>
            <a:custGeom>
              <a:avLst/>
              <a:gdLst/>
              <a:ahLst/>
              <a:cxnLst/>
              <a:rect l="l" t="t" r="r" b="b"/>
              <a:pathLst>
                <a:path w="1488" h="1025" extrusionOk="0">
                  <a:moveTo>
                    <a:pt x="745" y="0"/>
                  </a:moveTo>
                  <a:cubicBezTo>
                    <a:pt x="667" y="0"/>
                    <a:pt x="583" y="20"/>
                    <a:pt x="496" y="65"/>
                  </a:cubicBezTo>
                  <a:cubicBezTo>
                    <a:pt x="0" y="313"/>
                    <a:pt x="277" y="1024"/>
                    <a:pt x="730" y="1024"/>
                  </a:cubicBezTo>
                  <a:cubicBezTo>
                    <a:pt x="806" y="1024"/>
                    <a:pt x="887" y="1004"/>
                    <a:pt x="970" y="959"/>
                  </a:cubicBezTo>
                  <a:cubicBezTo>
                    <a:pt x="1488" y="711"/>
                    <a:pt x="1215" y="0"/>
                    <a:pt x="7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2985800" y="877750"/>
              <a:ext cx="27650" cy="26975"/>
            </a:xfrm>
            <a:custGeom>
              <a:avLst/>
              <a:gdLst/>
              <a:ahLst/>
              <a:cxnLst/>
              <a:rect l="l" t="t" r="r" b="b"/>
              <a:pathLst>
                <a:path w="1106" h="1079" extrusionOk="0">
                  <a:moveTo>
                    <a:pt x="632" y="0"/>
                  </a:moveTo>
                  <a:cubicBezTo>
                    <a:pt x="527" y="0"/>
                    <a:pt x="448" y="26"/>
                    <a:pt x="369" y="79"/>
                  </a:cubicBezTo>
                  <a:cubicBezTo>
                    <a:pt x="343" y="79"/>
                    <a:pt x="316" y="105"/>
                    <a:pt x="290" y="105"/>
                  </a:cubicBezTo>
                  <a:cubicBezTo>
                    <a:pt x="211" y="132"/>
                    <a:pt x="159" y="184"/>
                    <a:pt x="132" y="237"/>
                  </a:cubicBezTo>
                  <a:cubicBezTo>
                    <a:pt x="80" y="289"/>
                    <a:pt x="53" y="342"/>
                    <a:pt x="27" y="421"/>
                  </a:cubicBezTo>
                  <a:cubicBezTo>
                    <a:pt x="1" y="474"/>
                    <a:pt x="1" y="526"/>
                    <a:pt x="1" y="605"/>
                  </a:cubicBezTo>
                  <a:cubicBezTo>
                    <a:pt x="1" y="658"/>
                    <a:pt x="27" y="737"/>
                    <a:pt x="53" y="789"/>
                  </a:cubicBezTo>
                  <a:cubicBezTo>
                    <a:pt x="80" y="842"/>
                    <a:pt x="106" y="868"/>
                    <a:pt x="132" y="921"/>
                  </a:cubicBezTo>
                  <a:cubicBezTo>
                    <a:pt x="185" y="973"/>
                    <a:pt x="264" y="1026"/>
                    <a:pt x="343" y="1052"/>
                  </a:cubicBezTo>
                  <a:cubicBezTo>
                    <a:pt x="395" y="1052"/>
                    <a:pt x="448" y="1078"/>
                    <a:pt x="474" y="1078"/>
                  </a:cubicBezTo>
                  <a:cubicBezTo>
                    <a:pt x="579" y="1078"/>
                    <a:pt x="658" y="1052"/>
                    <a:pt x="737" y="1026"/>
                  </a:cubicBezTo>
                  <a:cubicBezTo>
                    <a:pt x="764" y="1000"/>
                    <a:pt x="790" y="1000"/>
                    <a:pt x="816" y="973"/>
                  </a:cubicBezTo>
                  <a:cubicBezTo>
                    <a:pt x="895" y="947"/>
                    <a:pt x="948" y="894"/>
                    <a:pt x="974" y="842"/>
                  </a:cubicBezTo>
                  <a:cubicBezTo>
                    <a:pt x="1027" y="815"/>
                    <a:pt x="1053" y="737"/>
                    <a:pt x="1079" y="684"/>
                  </a:cubicBezTo>
                  <a:cubicBezTo>
                    <a:pt x="1105" y="631"/>
                    <a:pt x="1105" y="552"/>
                    <a:pt x="1105" y="474"/>
                  </a:cubicBezTo>
                  <a:cubicBezTo>
                    <a:pt x="1105" y="421"/>
                    <a:pt x="1079" y="342"/>
                    <a:pt x="1053" y="289"/>
                  </a:cubicBezTo>
                  <a:cubicBezTo>
                    <a:pt x="1027" y="263"/>
                    <a:pt x="1000" y="211"/>
                    <a:pt x="974" y="184"/>
                  </a:cubicBezTo>
                  <a:cubicBezTo>
                    <a:pt x="895" y="105"/>
                    <a:pt x="842" y="53"/>
                    <a:pt x="737" y="26"/>
                  </a:cubicBezTo>
                  <a:cubicBezTo>
                    <a:pt x="711" y="26"/>
                    <a:pt x="658" y="26"/>
                    <a:pt x="6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2995675" y="809750"/>
              <a:ext cx="27625" cy="26600"/>
            </a:xfrm>
            <a:custGeom>
              <a:avLst/>
              <a:gdLst/>
              <a:ahLst/>
              <a:cxnLst/>
              <a:rect l="l" t="t" r="r" b="b"/>
              <a:pathLst>
                <a:path w="1105" h="1064" extrusionOk="0">
                  <a:moveTo>
                    <a:pt x="541" y="1"/>
                  </a:moveTo>
                  <a:cubicBezTo>
                    <a:pt x="482" y="1"/>
                    <a:pt x="419" y="25"/>
                    <a:pt x="342" y="64"/>
                  </a:cubicBezTo>
                  <a:cubicBezTo>
                    <a:pt x="316" y="64"/>
                    <a:pt x="316" y="90"/>
                    <a:pt x="263" y="90"/>
                  </a:cubicBezTo>
                  <a:cubicBezTo>
                    <a:pt x="211" y="116"/>
                    <a:pt x="158" y="169"/>
                    <a:pt x="106" y="222"/>
                  </a:cubicBezTo>
                  <a:cubicBezTo>
                    <a:pt x="79" y="274"/>
                    <a:pt x="27" y="327"/>
                    <a:pt x="27" y="406"/>
                  </a:cubicBezTo>
                  <a:cubicBezTo>
                    <a:pt x="0" y="458"/>
                    <a:pt x="0" y="511"/>
                    <a:pt x="0" y="590"/>
                  </a:cubicBezTo>
                  <a:cubicBezTo>
                    <a:pt x="0" y="669"/>
                    <a:pt x="27" y="721"/>
                    <a:pt x="53" y="774"/>
                  </a:cubicBezTo>
                  <a:cubicBezTo>
                    <a:pt x="79" y="827"/>
                    <a:pt x="106" y="853"/>
                    <a:pt x="132" y="905"/>
                  </a:cubicBezTo>
                  <a:cubicBezTo>
                    <a:pt x="184" y="958"/>
                    <a:pt x="263" y="1011"/>
                    <a:pt x="342" y="1037"/>
                  </a:cubicBezTo>
                  <a:cubicBezTo>
                    <a:pt x="395" y="1037"/>
                    <a:pt x="421" y="1063"/>
                    <a:pt x="474" y="1063"/>
                  </a:cubicBezTo>
                  <a:cubicBezTo>
                    <a:pt x="579" y="1063"/>
                    <a:pt x="658" y="1037"/>
                    <a:pt x="737" y="1011"/>
                  </a:cubicBezTo>
                  <a:cubicBezTo>
                    <a:pt x="763" y="984"/>
                    <a:pt x="789" y="984"/>
                    <a:pt x="816" y="958"/>
                  </a:cubicBezTo>
                  <a:cubicBezTo>
                    <a:pt x="868" y="932"/>
                    <a:pt x="921" y="905"/>
                    <a:pt x="973" y="827"/>
                  </a:cubicBezTo>
                  <a:cubicBezTo>
                    <a:pt x="1026" y="800"/>
                    <a:pt x="1052" y="721"/>
                    <a:pt x="1079" y="669"/>
                  </a:cubicBezTo>
                  <a:cubicBezTo>
                    <a:pt x="1105" y="616"/>
                    <a:pt x="1105" y="537"/>
                    <a:pt x="1105" y="485"/>
                  </a:cubicBezTo>
                  <a:cubicBezTo>
                    <a:pt x="1105" y="406"/>
                    <a:pt x="1079" y="327"/>
                    <a:pt x="1052" y="274"/>
                  </a:cubicBezTo>
                  <a:cubicBezTo>
                    <a:pt x="1026" y="248"/>
                    <a:pt x="1000" y="195"/>
                    <a:pt x="973" y="169"/>
                  </a:cubicBezTo>
                  <a:cubicBezTo>
                    <a:pt x="895" y="90"/>
                    <a:pt x="842" y="38"/>
                    <a:pt x="737" y="11"/>
                  </a:cubicBezTo>
                  <a:lnTo>
                    <a:pt x="605" y="11"/>
                  </a:lnTo>
                  <a:cubicBezTo>
                    <a:pt x="584" y="4"/>
                    <a:pt x="563" y="1"/>
                    <a:pt x="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2872725" y="879725"/>
              <a:ext cx="26325" cy="28550"/>
            </a:xfrm>
            <a:custGeom>
              <a:avLst/>
              <a:gdLst/>
              <a:ahLst/>
              <a:cxnLst/>
              <a:rect l="l" t="t" r="r" b="b"/>
              <a:pathLst>
                <a:path w="1053" h="1142" extrusionOk="0">
                  <a:moveTo>
                    <a:pt x="579" y="0"/>
                  </a:moveTo>
                  <a:cubicBezTo>
                    <a:pt x="474" y="0"/>
                    <a:pt x="395" y="26"/>
                    <a:pt x="316" y="53"/>
                  </a:cubicBezTo>
                  <a:cubicBezTo>
                    <a:pt x="290" y="79"/>
                    <a:pt x="237" y="105"/>
                    <a:pt x="211" y="132"/>
                  </a:cubicBezTo>
                  <a:cubicBezTo>
                    <a:pt x="132" y="210"/>
                    <a:pt x="79" y="263"/>
                    <a:pt x="53" y="368"/>
                  </a:cubicBezTo>
                  <a:cubicBezTo>
                    <a:pt x="53" y="395"/>
                    <a:pt x="27" y="421"/>
                    <a:pt x="27" y="473"/>
                  </a:cubicBezTo>
                  <a:cubicBezTo>
                    <a:pt x="0" y="526"/>
                    <a:pt x="0" y="605"/>
                    <a:pt x="0" y="658"/>
                  </a:cubicBezTo>
                  <a:cubicBezTo>
                    <a:pt x="0" y="736"/>
                    <a:pt x="27" y="789"/>
                    <a:pt x="53" y="868"/>
                  </a:cubicBezTo>
                  <a:cubicBezTo>
                    <a:pt x="79" y="921"/>
                    <a:pt x="132" y="973"/>
                    <a:pt x="184" y="1026"/>
                  </a:cubicBezTo>
                  <a:cubicBezTo>
                    <a:pt x="237" y="1052"/>
                    <a:pt x="290" y="1105"/>
                    <a:pt x="342" y="1105"/>
                  </a:cubicBezTo>
                  <a:cubicBezTo>
                    <a:pt x="395" y="1131"/>
                    <a:pt x="447" y="1131"/>
                    <a:pt x="474" y="1131"/>
                  </a:cubicBezTo>
                  <a:cubicBezTo>
                    <a:pt x="502" y="1138"/>
                    <a:pt x="528" y="1141"/>
                    <a:pt x="553" y="1141"/>
                  </a:cubicBezTo>
                  <a:cubicBezTo>
                    <a:pt x="621" y="1141"/>
                    <a:pt x="679" y="1117"/>
                    <a:pt x="737" y="1078"/>
                  </a:cubicBezTo>
                  <a:cubicBezTo>
                    <a:pt x="789" y="1052"/>
                    <a:pt x="816" y="1026"/>
                    <a:pt x="842" y="999"/>
                  </a:cubicBezTo>
                  <a:cubicBezTo>
                    <a:pt x="921" y="947"/>
                    <a:pt x="973" y="868"/>
                    <a:pt x="1000" y="789"/>
                  </a:cubicBezTo>
                  <a:cubicBezTo>
                    <a:pt x="1000" y="736"/>
                    <a:pt x="1026" y="710"/>
                    <a:pt x="1026" y="684"/>
                  </a:cubicBezTo>
                  <a:cubicBezTo>
                    <a:pt x="1052" y="605"/>
                    <a:pt x="1052" y="552"/>
                    <a:pt x="1052" y="473"/>
                  </a:cubicBezTo>
                  <a:cubicBezTo>
                    <a:pt x="1052" y="421"/>
                    <a:pt x="1026" y="342"/>
                    <a:pt x="1000" y="289"/>
                  </a:cubicBezTo>
                  <a:cubicBezTo>
                    <a:pt x="973" y="210"/>
                    <a:pt x="921" y="158"/>
                    <a:pt x="868" y="132"/>
                  </a:cubicBezTo>
                  <a:cubicBezTo>
                    <a:pt x="842" y="79"/>
                    <a:pt x="763" y="53"/>
                    <a:pt x="710" y="26"/>
                  </a:cubicBezTo>
                  <a:cubicBezTo>
                    <a:pt x="658" y="26"/>
                    <a:pt x="631" y="0"/>
                    <a:pt x="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2837900" y="1033250"/>
              <a:ext cx="37275" cy="26050"/>
            </a:xfrm>
            <a:custGeom>
              <a:avLst/>
              <a:gdLst/>
              <a:ahLst/>
              <a:cxnLst/>
              <a:rect l="l" t="t" r="r" b="b"/>
              <a:pathLst>
                <a:path w="1491" h="1042" extrusionOk="0">
                  <a:moveTo>
                    <a:pt x="764" y="1"/>
                  </a:moveTo>
                  <a:cubicBezTo>
                    <a:pt x="689" y="1"/>
                    <a:pt x="608" y="21"/>
                    <a:pt x="525" y="66"/>
                  </a:cubicBezTo>
                  <a:cubicBezTo>
                    <a:pt x="1" y="317"/>
                    <a:pt x="287" y="1042"/>
                    <a:pt x="749" y="1042"/>
                  </a:cubicBezTo>
                  <a:cubicBezTo>
                    <a:pt x="820" y="1042"/>
                    <a:pt x="896" y="1025"/>
                    <a:pt x="972" y="986"/>
                  </a:cubicBezTo>
                  <a:cubicBezTo>
                    <a:pt x="1491" y="716"/>
                    <a:pt x="1217" y="1"/>
                    <a:pt x="7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2816775" y="120375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0" y="1"/>
                  </a:moveTo>
                  <a:cubicBezTo>
                    <a:pt x="658" y="1"/>
                    <a:pt x="581" y="18"/>
                    <a:pt x="502" y="58"/>
                  </a:cubicBezTo>
                  <a:cubicBezTo>
                    <a:pt x="1" y="308"/>
                    <a:pt x="270" y="1034"/>
                    <a:pt x="745" y="1034"/>
                  </a:cubicBezTo>
                  <a:cubicBezTo>
                    <a:pt x="818" y="1034"/>
                    <a:pt x="895" y="1017"/>
                    <a:pt x="976" y="978"/>
                  </a:cubicBezTo>
                  <a:cubicBezTo>
                    <a:pt x="1476" y="705"/>
                    <a:pt x="1190" y="1"/>
                    <a:pt x="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2816534" y="1321075"/>
              <a:ext cx="37350" cy="26050"/>
            </a:xfrm>
            <a:custGeom>
              <a:avLst/>
              <a:gdLst/>
              <a:ahLst/>
              <a:cxnLst/>
              <a:rect l="l" t="t" r="r" b="b"/>
              <a:pathLst>
                <a:path w="1494" h="1042" extrusionOk="0">
                  <a:moveTo>
                    <a:pt x="763" y="1"/>
                  </a:moveTo>
                  <a:cubicBezTo>
                    <a:pt x="688" y="1"/>
                    <a:pt x="607" y="21"/>
                    <a:pt x="524" y="66"/>
                  </a:cubicBezTo>
                  <a:cubicBezTo>
                    <a:pt x="0" y="317"/>
                    <a:pt x="286" y="1042"/>
                    <a:pt x="766" y="1042"/>
                  </a:cubicBezTo>
                  <a:cubicBezTo>
                    <a:pt x="839" y="1042"/>
                    <a:pt x="917" y="1025"/>
                    <a:pt x="998" y="986"/>
                  </a:cubicBezTo>
                  <a:cubicBezTo>
                    <a:pt x="1494" y="716"/>
                    <a:pt x="1217" y="1"/>
                    <a:pt x="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2834000" y="1445750"/>
              <a:ext cx="37400" cy="25850"/>
            </a:xfrm>
            <a:custGeom>
              <a:avLst/>
              <a:gdLst/>
              <a:ahLst/>
              <a:cxnLst/>
              <a:rect l="l" t="t" r="r" b="b"/>
              <a:pathLst>
                <a:path w="1496" h="1034" extrusionOk="0">
                  <a:moveTo>
                    <a:pt x="747" y="0"/>
                  </a:moveTo>
                  <a:cubicBezTo>
                    <a:pt x="676" y="0"/>
                    <a:pt x="601" y="17"/>
                    <a:pt x="524" y="56"/>
                  </a:cubicBezTo>
                  <a:cubicBezTo>
                    <a:pt x="1" y="329"/>
                    <a:pt x="283" y="1033"/>
                    <a:pt x="743" y="1033"/>
                  </a:cubicBezTo>
                  <a:cubicBezTo>
                    <a:pt x="815" y="1033"/>
                    <a:pt x="892" y="1016"/>
                    <a:pt x="971" y="976"/>
                  </a:cubicBezTo>
                  <a:cubicBezTo>
                    <a:pt x="1495" y="726"/>
                    <a:pt x="1209" y="0"/>
                    <a:pt x="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0"/>
            <p:cNvSpPr/>
            <p:nvPr/>
          </p:nvSpPr>
          <p:spPr>
            <a:xfrm>
              <a:off x="2858200" y="156735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8" y="1"/>
                  </a:moveTo>
                  <a:cubicBezTo>
                    <a:pt x="664" y="1"/>
                    <a:pt x="585" y="18"/>
                    <a:pt x="502" y="57"/>
                  </a:cubicBezTo>
                  <a:cubicBezTo>
                    <a:pt x="1" y="308"/>
                    <a:pt x="290" y="1034"/>
                    <a:pt x="753" y="1034"/>
                  </a:cubicBezTo>
                  <a:cubicBezTo>
                    <a:pt x="824" y="1034"/>
                    <a:pt x="899" y="1016"/>
                    <a:pt x="976" y="978"/>
                  </a:cubicBezTo>
                  <a:cubicBezTo>
                    <a:pt x="1476" y="705"/>
                    <a:pt x="1210" y="1"/>
                    <a:pt x="7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0"/>
            <p:cNvSpPr/>
            <p:nvPr/>
          </p:nvSpPr>
          <p:spPr>
            <a:xfrm>
              <a:off x="2880067" y="1667818"/>
              <a:ext cx="37125" cy="25625"/>
            </a:xfrm>
            <a:custGeom>
              <a:avLst/>
              <a:gdLst/>
              <a:ahLst/>
              <a:cxnLst/>
              <a:rect l="l" t="t" r="r" b="b"/>
              <a:pathLst>
                <a:path w="1485" h="1025" extrusionOk="0">
                  <a:moveTo>
                    <a:pt x="758" y="1"/>
                  </a:moveTo>
                  <a:cubicBezTo>
                    <a:pt x="683" y="1"/>
                    <a:pt x="602" y="21"/>
                    <a:pt x="519" y="66"/>
                  </a:cubicBezTo>
                  <a:cubicBezTo>
                    <a:pt x="1" y="314"/>
                    <a:pt x="274" y="1025"/>
                    <a:pt x="727" y="1025"/>
                  </a:cubicBezTo>
                  <a:cubicBezTo>
                    <a:pt x="803" y="1025"/>
                    <a:pt x="884" y="1005"/>
                    <a:pt x="966" y="960"/>
                  </a:cubicBezTo>
                  <a:cubicBezTo>
                    <a:pt x="1485" y="712"/>
                    <a:pt x="1211" y="1"/>
                    <a:pt x="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0"/>
            <p:cNvSpPr/>
            <p:nvPr/>
          </p:nvSpPr>
          <p:spPr>
            <a:xfrm>
              <a:off x="2893731" y="1754272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2" y="1"/>
                  </a:moveTo>
                  <a:cubicBezTo>
                    <a:pt x="659" y="1"/>
                    <a:pt x="581" y="18"/>
                    <a:pt x="501" y="56"/>
                  </a:cubicBezTo>
                  <a:cubicBezTo>
                    <a:pt x="1" y="329"/>
                    <a:pt x="267" y="1034"/>
                    <a:pt x="738" y="1034"/>
                  </a:cubicBezTo>
                  <a:cubicBezTo>
                    <a:pt x="813" y="1034"/>
                    <a:pt x="892" y="1016"/>
                    <a:pt x="974" y="977"/>
                  </a:cubicBezTo>
                  <a:cubicBezTo>
                    <a:pt x="1476" y="726"/>
                    <a:pt x="1207" y="1"/>
                    <a:pt x="7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50"/>
            <p:cNvSpPr/>
            <p:nvPr/>
          </p:nvSpPr>
          <p:spPr>
            <a:xfrm>
              <a:off x="2883077" y="1822912"/>
              <a:ext cx="37375" cy="25850"/>
            </a:xfrm>
            <a:custGeom>
              <a:avLst/>
              <a:gdLst/>
              <a:ahLst/>
              <a:cxnLst/>
              <a:rect l="l" t="t" r="r" b="b"/>
              <a:pathLst>
                <a:path w="1495" h="1034" extrusionOk="0">
                  <a:moveTo>
                    <a:pt x="746" y="0"/>
                  </a:moveTo>
                  <a:cubicBezTo>
                    <a:pt x="675" y="0"/>
                    <a:pt x="600" y="17"/>
                    <a:pt x="523" y="56"/>
                  </a:cubicBezTo>
                  <a:cubicBezTo>
                    <a:pt x="1" y="329"/>
                    <a:pt x="283" y="1033"/>
                    <a:pt x="743" y="1033"/>
                  </a:cubicBezTo>
                  <a:cubicBezTo>
                    <a:pt x="815" y="1033"/>
                    <a:pt x="892" y="1016"/>
                    <a:pt x="970" y="976"/>
                  </a:cubicBezTo>
                  <a:cubicBezTo>
                    <a:pt x="1495" y="726"/>
                    <a:pt x="1209" y="0"/>
                    <a:pt x="7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50"/>
            <p:cNvSpPr/>
            <p:nvPr/>
          </p:nvSpPr>
          <p:spPr>
            <a:xfrm>
              <a:off x="2883432" y="1927390"/>
              <a:ext cx="36650" cy="25650"/>
            </a:xfrm>
            <a:custGeom>
              <a:avLst/>
              <a:gdLst/>
              <a:ahLst/>
              <a:cxnLst/>
              <a:rect l="l" t="t" r="r" b="b"/>
              <a:pathLst>
                <a:path w="1466" h="1026" extrusionOk="0">
                  <a:moveTo>
                    <a:pt x="735" y="1"/>
                  </a:moveTo>
                  <a:cubicBezTo>
                    <a:pt x="659" y="1"/>
                    <a:pt x="579" y="21"/>
                    <a:pt x="496" y="66"/>
                  </a:cubicBezTo>
                  <a:cubicBezTo>
                    <a:pt x="0" y="314"/>
                    <a:pt x="258" y="1025"/>
                    <a:pt x="722" y="1025"/>
                  </a:cubicBezTo>
                  <a:cubicBezTo>
                    <a:pt x="799" y="1025"/>
                    <a:pt x="883" y="1005"/>
                    <a:pt x="969" y="960"/>
                  </a:cubicBezTo>
                  <a:cubicBezTo>
                    <a:pt x="1465" y="712"/>
                    <a:pt x="1189" y="1"/>
                    <a:pt x="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2947675" y="1930575"/>
              <a:ext cx="27650" cy="29425"/>
            </a:xfrm>
            <a:custGeom>
              <a:avLst/>
              <a:gdLst/>
              <a:ahLst/>
              <a:cxnLst/>
              <a:rect l="l" t="t" r="r" b="b"/>
              <a:pathLst>
                <a:path w="1106" h="1177" extrusionOk="0">
                  <a:moveTo>
                    <a:pt x="579" y="0"/>
                  </a:moveTo>
                  <a:cubicBezTo>
                    <a:pt x="546" y="0"/>
                    <a:pt x="513" y="7"/>
                    <a:pt x="474" y="20"/>
                  </a:cubicBezTo>
                  <a:cubicBezTo>
                    <a:pt x="421" y="20"/>
                    <a:pt x="342" y="20"/>
                    <a:pt x="290" y="46"/>
                  </a:cubicBezTo>
                  <a:cubicBezTo>
                    <a:pt x="237" y="72"/>
                    <a:pt x="211" y="99"/>
                    <a:pt x="185" y="125"/>
                  </a:cubicBezTo>
                  <a:cubicBezTo>
                    <a:pt x="106" y="204"/>
                    <a:pt x="53" y="283"/>
                    <a:pt x="27" y="362"/>
                  </a:cubicBezTo>
                  <a:cubicBezTo>
                    <a:pt x="27" y="388"/>
                    <a:pt x="27" y="441"/>
                    <a:pt x="0" y="493"/>
                  </a:cubicBezTo>
                  <a:cubicBezTo>
                    <a:pt x="0" y="572"/>
                    <a:pt x="27" y="677"/>
                    <a:pt x="53" y="756"/>
                  </a:cubicBezTo>
                  <a:cubicBezTo>
                    <a:pt x="79" y="809"/>
                    <a:pt x="106" y="835"/>
                    <a:pt x="132" y="888"/>
                  </a:cubicBezTo>
                  <a:cubicBezTo>
                    <a:pt x="158" y="967"/>
                    <a:pt x="211" y="1019"/>
                    <a:pt x="263" y="1045"/>
                  </a:cubicBezTo>
                  <a:cubicBezTo>
                    <a:pt x="316" y="1098"/>
                    <a:pt x="369" y="1124"/>
                    <a:pt x="448" y="1151"/>
                  </a:cubicBezTo>
                  <a:cubicBezTo>
                    <a:pt x="500" y="1177"/>
                    <a:pt x="579" y="1177"/>
                    <a:pt x="632" y="1177"/>
                  </a:cubicBezTo>
                  <a:cubicBezTo>
                    <a:pt x="711" y="1177"/>
                    <a:pt x="763" y="1151"/>
                    <a:pt x="842" y="1124"/>
                  </a:cubicBezTo>
                  <a:cubicBezTo>
                    <a:pt x="868" y="1098"/>
                    <a:pt x="895" y="1072"/>
                    <a:pt x="947" y="1045"/>
                  </a:cubicBezTo>
                  <a:cubicBezTo>
                    <a:pt x="1000" y="993"/>
                    <a:pt x="1052" y="914"/>
                    <a:pt x="1079" y="835"/>
                  </a:cubicBezTo>
                  <a:cubicBezTo>
                    <a:pt x="1079" y="782"/>
                    <a:pt x="1105" y="730"/>
                    <a:pt x="1105" y="704"/>
                  </a:cubicBezTo>
                  <a:cubicBezTo>
                    <a:pt x="1105" y="598"/>
                    <a:pt x="1105" y="519"/>
                    <a:pt x="1052" y="441"/>
                  </a:cubicBezTo>
                  <a:cubicBezTo>
                    <a:pt x="1026" y="388"/>
                    <a:pt x="1000" y="335"/>
                    <a:pt x="974" y="283"/>
                  </a:cubicBezTo>
                  <a:cubicBezTo>
                    <a:pt x="947" y="230"/>
                    <a:pt x="895" y="178"/>
                    <a:pt x="842" y="125"/>
                  </a:cubicBezTo>
                  <a:cubicBezTo>
                    <a:pt x="789" y="72"/>
                    <a:pt x="737" y="46"/>
                    <a:pt x="684" y="20"/>
                  </a:cubicBezTo>
                  <a:cubicBezTo>
                    <a:pt x="645" y="7"/>
                    <a:pt x="612" y="0"/>
                    <a:pt x="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2995100" y="1643000"/>
              <a:ext cx="37475" cy="25850"/>
            </a:xfrm>
            <a:custGeom>
              <a:avLst/>
              <a:gdLst/>
              <a:ahLst/>
              <a:cxnLst/>
              <a:rect l="l" t="t" r="r" b="b"/>
              <a:pathLst>
                <a:path w="1499" h="1034" extrusionOk="0">
                  <a:moveTo>
                    <a:pt x="746" y="0"/>
                  </a:moveTo>
                  <a:cubicBezTo>
                    <a:pt x="675" y="0"/>
                    <a:pt x="600" y="17"/>
                    <a:pt x="523" y="56"/>
                  </a:cubicBezTo>
                  <a:cubicBezTo>
                    <a:pt x="0" y="329"/>
                    <a:pt x="283" y="1033"/>
                    <a:pt x="759" y="1033"/>
                  </a:cubicBezTo>
                  <a:cubicBezTo>
                    <a:pt x="834" y="1033"/>
                    <a:pt x="914" y="1016"/>
                    <a:pt x="996" y="976"/>
                  </a:cubicBezTo>
                  <a:cubicBezTo>
                    <a:pt x="1498" y="726"/>
                    <a:pt x="1209" y="0"/>
                    <a:pt x="7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2947725" y="1526375"/>
              <a:ext cx="37275" cy="26050"/>
            </a:xfrm>
            <a:custGeom>
              <a:avLst/>
              <a:gdLst/>
              <a:ahLst/>
              <a:cxnLst/>
              <a:rect l="l" t="t" r="r" b="b"/>
              <a:pathLst>
                <a:path w="1491" h="1042" extrusionOk="0">
                  <a:moveTo>
                    <a:pt x="763" y="1"/>
                  </a:moveTo>
                  <a:cubicBezTo>
                    <a:pt x="688" y="1"/>
                    <a:pt x="607" y="21"/>
                    <a:pt x="524" y="66"/>
                  </a:cubicBezTo>
                  <a:cubicBezTo>
                    <a:pt x="0" y="317"/>
                    <a:pt x="286" y="1042"/>
                    <a:pt x="749" y="1042"/>
                  </a:cubicBezTo>
                  <a:cubicBezTo>
                    <a:pt x="820" y="1042"/>
                    <a:pt x="895" y="1025"/>
                    <a:pt x="972" y="986"/>
                  </a:cubicBezTo>
                  <a:cubicBezTo>
                    <a:pt x="1490" y="716"/>
                    <a:pt x="1216" y="1"/>
                    <a:pt x="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2922025" y="1399500"/>
              <a:ext cx="26325" cy="27550"/>
            </a:xfrm>
            <a:custGeom>
              <a:avLst/>
              <a:gdLst/>
              <a:ahLst/>
              <a:cxnLst/>
              <a:rect l="l" t="t" r="r" b="b"/>
              <a:pathLst>
                <a:path w="1053" h="1102" extrusionOk="0">
                  <a:moveTo>
                    <a:pt x="534" y="1"/>
                  </a:moveTo>
                  <a:cubicBezTo>
                    <a:pt x="512" y="1"/>
                    <a:pt x="492" y="4"/>
                    <a:pt x="474" y="12"/>
                  </a:cubicBezTo>
                  <a:cubicBezTo>
                    <a:pt x="395" y="12"/>
                    <a:pt x="343" y="12"/>
                    <a:pt x="264" y="65"/>
                  </a:cubicBezTo>
                  <a:cubicBezTo>
                    <a:pt x="237" y="91"/>
                    <a:pt x="185" y="118"/>
                    <a:pt x="159" y="144"/>
                  </a:cubicBezTo>
                  <a:cubicBezTo>
                    <a:pt x="106" y="196"/>
                    <a:pt x="53" y="275"/>
                    <a:pt x="27" y="354"/>
                  </a:cubicBezTo>
                  <a:cubicBezTo>
                    <a:pt x="1" y="407"/>
                    <a:pt x="1" y="433"/>
                    <a:pt x="1" y="486"/>
                  </a:cubicBezTo>
                  <a:cubicBezTo>
                    <a:pt x="1" y="565"/>
                    <a:pt x="1" y="670"/>
                    <a:pt x="53" y="749"/>
                  </a:cubicBezTo>
                  <a:cubicBezTo>
                    <a:pt x="53" y="775"/>
                    <a:pt x="80" y="801"/>
                    <a:pt x="80" y="828"/>
                  </a:cubicBezTo>
                  <a:cubicBezTo>
                    <a:pt x="132" y="880"/>
                    <a:pt x="159" y="933"/>
                    <a:pt x="211" y="985"/>
                  </a:cubicBezTo>
                  <a:cubicBezTo>
                    <a:pt x="264" y="1012"/>
                    <a:pt x="316" y="1064"/>
                    <a:pt x="395" y="1064"/>
                  </a:cubicBezTo>
                  <a:cubicBezTo>
                    <a:pt x="432" y="1083"/>
                    <a:pt x="483" y="1102"/>
                    <a:pt x="528" y="1102"/>
                  </a:cubicBezTo>
                  <a:cubicBezTo>
                    <a:pt x="546" y="1102"/>
                    <a:pt x="564" y="1098"/>
                    <a:pt x="579" y="1091"/>
                  </a:cubicBezTo>
                  <a:cubicBezTo>
                    <a:pt x="658" y="1091"/>
                    <a:pt x="711" y="1091"/>
                    <a:pt x="790" y="1038"/>
                  </a:cubicBezTo>
                  <a:cubicBezTo>
                    <a:pt x="816" y="1012"/>
                    <a:pt x="869" y="985"/>
                    <a:pt x="895" y="959"/>
                  </a:cubicBezTo>
                  <a:cubicBezTo>
                    <a:pt x="948" y="907"/>
                    <a:pt x="1000" y="828"/>
                    <a:pt x="1026" y="749"/>
                  </a:cubicBezTo>
                  <a:cubicBezTo>
                    <a:pt x="1053" y="696"/>
                    <a:pt x="1053" y="670"/>
                    <a:pt x="1053" y="617"/>
                  </a:cubicBezTo>
                  <a:cubicBezTo>
                    <a:pt x="1053" y="538"/>
                    <a:pt x="1053" y="433"/>
                    <a:pt x="1000" y="354"/>
                  </a:cubicBezTo>
                  <a:cubicBezTo>
                    <a:pt x="1000" y="328"/>
                    <a:pt x="974" y="302"/>
                    <a:pt x="974" y="275"/>
                  </a:cubicBezTo>
                  <a:cubicBezTo>
                    <a:pt x="921" y="223"/>
                    <a:pt x="895" y="170"/>
                    <a:pt x="842" y="118"/>
                  </a:cubicBezTo>
                  <a:cubicBezTo>
                    <a:pt x="790" y="65"/>
                    <a:pt x="737" y="39"/>
                    <a:pt x="658" y="12"/>
                  </a:cubicBezTo>
                  <a:cubicBezTo>
                    <a:pt x="623" y="12"/>
                    <a:pt x="576" y="1"/>
                    <a:pt x="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492575" y="2841050"/>
              <a:ext cx="994150" cy="119675"/>
            </a:xfrm>
            <a:custGeom>
              <a:avLst/>
              <a:gdLst/>
              <a:ahLst/>
              <a:cxnLst/>
              <a:rect l="l" t="t" r="r" b="b"/>
              <a:pathLst>
                <a:path w="39766" h="4787" extrusionOk="0">
                  <a:moveTo>
                    <a:pt x="39739" y="0"/>
                  </a:moveTo>
                  <a:cubicBezTo>
                    <a:pt x="39739" y="0"/>
                    <a:pt x="684" y="1420"/>
                    <a:pt x="342" y="3103"/>
                  </a:cubicBezTo>
                  <a:cubicBezTo>
                    <a:pt x="0" y="4787"/>
                    <a:pt x="39371" y="3498"/>
                    <a:pt x="39371" y="3498"/>
                  </a:cubicBezTo>
                  <a:lnTo>
                    <a:pt x="39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2578150" y="1864650"/>
              <a:ext cx="1464950" cy="809400"/>
            </a:xfrm>
            <a:custGeom>
              <a:avLst/>
              <a:gdLst/>
              <a:ahLst/>
              <a:cxnLst/>
              <a:rect l="l" t="t" r="r" b="b"/>
              <a:pathLst>
                <a:path w="58598" h="32376" extrusionOk="0">
                  <a:moveTo>
                    <a:pt x="1" y="19173"/>
                  </a:moveTo>
                  <a:cubicBezTo>
                    <a:pt x="1" y="19173"/>
                    <a:pt x="14703" y="7259"/>
                    <a:pt x="25670" y="3630"/>
                  </a:cubicBezTo>
                  <a:cubicBezTo>
                    <a:pt x="36637" y="0"/>
                    <a:pt x="48498" y="2210"/>
                    <a:pt x="50339" y="5287"/>
                  </a:cubicBezTo>
                  <a:cubicBezTo>
                    <a:pt x="52180" y="8390"/>
                    <a:pt x="51812" y="11783"/>
                    <a:pt x="53837" y="12151"/>
                  </a:cubicBezTo>
                  <a:cubicBezTo>
                    <a:pt x="55836" y="12546"/>
                    <a:pt x="57466" y="8916"/>
                    <a:pt x="58045" y="10021"/>
                  </a:cubicBezTo>
                  <a:cubicBezTo>
                    <a:pt x="58597" y="11125"/>
                    <a:pt x="53995" y="21777"/>
                    <a:pt x="46236" y="27089"/>
                  </a:cubicBezTo>
                  <a:cubicBezTo>
                    <a:pt x="38452" y="32376"/>
                    <a:pt x="1" y="19173"/>
                    <a:pt x="1" y="191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2945700" y="2124800"/>
              <a:ext cx="1071100" cy="448225"/>
            </a:xfrm>
            <a:custGeom>
              <a:avLst/>
              <a:gdLst/>
              <a:ahLst/>
              <a:cxnLst/>
              <a:rect l="l" t="t" r="r" b="b"/>
              <a:pathLst>
                <a:path w="42844" h="17929" extrusionOk="0">
                  <a:moveTo>
                    <a:pt x="27544" y="1"/>
                  </a:moveTo>
                  <a:cubicBezTo>
                    <a:pt x="26466" y="1"/>
                    <a:pt x="25363" y="450"/>
                    <a:pt x="24486" y="1035"/>
                  </a:cubicBezTo>
                  <a:cubicBezTo>
                    <a:pt x="24013" y="1377"/>
                    <a:pt x="23592" y="1745"/>
                    <a:pt x="23250" y="2192"/>
                  </a:cubicBezTo>
                  <a:cubicBezTo>
                    <a:pt x="22882" y="2666"/>
                    <a:pt x="22645" y="3218"/>
                    <a:pt x="22461" y="3796"/>
                  </a:cubicBezTo>
                  <a:cubicBezTo>
                    <a:pt x="22093" y="4875"/>
                    <a:pt x="21909" y="6058"/>
                    <a:pt x="21198" y="6979"/>
                  </a:cubicBezTo>
                  <a:cubicBezTo>
                    <a:pt x="20559" y="7831"/>
                    <a:pt x="19622" y="8449"/>
                    <a:pt x="18559" y="8449"/>
                  </a:cubicBezTo>
                  <a:cubicBezTo>
                    <a:pt x="18441" y="8449"/>
                    <a:pt x="18321" y="8441"/>
                    <a:pt x="18200" y="8425"/>
                  </a:cubicBezTo>
                  <a:cubicBezTo>
                    <a:pt x="17648" y="8373"/>
                    <a:pt x="17122" y="8162"/>
                    <a:pt x="16596" y="7978"/>
                  </a:cubicBezTo>
                  <a:cubicBezTo>
                    <a:pt x="15991" y="7741"/>
                    <a:pt x="15386" y="7505"/>
                    <a:pt x="14755" y="7347"/>
                  </a:cubicBezTo>
                  <a:cubicBezTo>
                    <a:pt x="13983" y="7152"/>
                    <a:pt x="13203" y="7063"/>
                    <a:pt x="12427" y="7063"/>
                  </a:cubicBezTo>
                  <a:cubicBezTo>
                    <a:pt x="10585" y="7063"/>
                    <a:pt x="8759" y="7562"/>
                    <a:pt x="7075" y="8320"/>
                  </a:cubicBezTo>
                  <a:cubicBezTo>
                    <a:pt x="4682" y="9425"/>
                    <a:pt x="2525" y="11055"/>
                    <a:pt x="553" y="12791"/>
                  </a:cubicBezTo>
                  <a:cubicBezTo>
                    <a:pt x="534" y="12810"/>
                    <a:pt x="512" y="12818"/>
                    <a:pt x="491" y="12818"/>
                  </a:cubicBezTo>
                  <a:cubicBezTo>
                    <a:pt x="451" y="12818"/>
                    <a:pt x="412" y="12789"/>
                    <a:pt x="395" y="12738"/>
                  </a:cubicBezTo>
                  <a:cubicBezTo>
                    <a:pt x="264" y="12923"/>
                    <a:pt x="132" y="13080"/>
                    <a:pt x="1" y="13264"/>
                  </a:cubicBezTo>
                  <a:cubicBezTo>
                    <a:pt x="8408" y="15583"/>
                    <a:pt x="18613" y="17929"/>
                    <a:pt x="25404" y="17929"/>
                  </a:cubicBezTo>
                  <a:cubicBezTo>
                    <a:pt x="28087" y="17929"/>
                    <a:pt x="30238" y="17563"/>
                    <a:pt x="31534" y="16683"/>
                  </a:cubicBezTo>
                  <a:cubicBezTo>
                    <a:pt x="37399" y="12686"/>
                    <a:pt x="41449" y="5611"/>
                    <a:pt x="42843" y="1929"/>
                  </a:cubicBezTo>
                  <a:lnTo>
                    <a:pt x="42843" y="1929"/>
                  </a:lnTo>
                  <a:cubicBezTo>
                    <a:pt x="42764" y="2008"/>
                    <a:pt x="42712" y="2087"/>
                    <a:pt x="42633" y="2166"/>
                  </a:cubicBezTo>
                  <a:cubicBezTo>
                    <a:pt x="41844" y="3034"/>
                    <a:pt x="40976" y="3823"/>
                    <a:pt x="40056" y="4585"/>
                  </a:cubicBezTo>
                  <a:lnTo>
                    <a:pt x="40082" y="4585"/>
                  </a:lnTo>
                  <a:cubicBezTo>
                    <a:pt x="38951" y="5532"/>
                    <a:pt x="37820" y="6453"/>
                    <a:pt x="36584" y="7242"/>
                  </a:cubicBezTo>
                  <a:cubicBezTo>
                    <a:pt x="35848" y="7715"/>
                    <a:pt x="35059" y="8162"/>
                    <a:pt x="34296" y="8557"/>
                  </a:cubicBezTo>
                  <a:cubicBezTo>
                    <a:pt x="33638" y="8872"/>
                    <a:pt x="32955" y="9135"/>
                    <a:pt x="32323" y="9477"/>
                  </a:cubicBezTo>
                  <a:cubicBezTo>
                    <a:pt x="31508" y="9872"/>
                    <a:pt x="30719" y="10240"/>
                    <a:pt x="29877" y="10529"/>
                  </a:cubicBezTo>
                  <a:cubicBezTo>
                    <a:pt x="29311" y="10718"/>
                    <a:pt x="28637" y="10934"/>
                    <a:pt x="27990" y="10934"/>
                  </a:cubicBezTo>
                  <a:cubicBezTo>
                    <a:pt x="27736" y="10934"/>
                    <a:pt x="27485" y="10900"/>
                    <a:pt x="27247" y="10819"/>
                  </a:cubicBezTo>
                  <a:cubicBezTo>
                    <a:pt x="26590" y="10582"/>
                    <a:pt x="26301" y="9872"/>
                    <a:pt x="26432" y="9214"/>
                  </a:cubicBezTo>
                  <a:cubicBezTo>
                    <a:pt x="26590" y="8399"/>
                    <a:pt x="27195" y="7715"/>
                    <a:pt x="27721" y="7137"/>
                  </a:cubicBezTo>
                  <a:cubicBezTo>
                    <a:pt x="28326" y="6453"/>
                    <a:pt x="29010" y="5848"/>
                    <a:pt x="29614" y="5190"/>
                  </a:cubicBezTo>
                  <a:cubicBezTo>
                    <a:pt x="29851" y="4927"/>
                    <a:pt x="30088" y="4664"/>
                    <a:pt x="30219" y="4322"/>
                  </a:cubicBezTo>
                  <a:cubicBezTo>
                    <a:pt x="30482" y="3691"/>
                    <a:pt x="30561" y="3007"/>
                    <a:pt x="30430" y="2350"/>
                  </a:cubicBezTo>
                  <a:cubicBezTo>
                    <a:pt x="30193" y="1061"/>
                    <a:pt x="29115" y="114"/>
                    <a:pt x="27800" y="9"/>
                  </a:cubicBezTo>
                  <a:cubicBezTo>
                    <a:pt x="27715" y="3"/>
                    <a:pt x="27630" y="1"/>
                    <a:pt x="275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3275775" y="2121625"/>
              <a:ext cx="276825" cy="242825"/>
            </a:xfrm>
            <a:custGeom>
              <a:avLst/>
              <a:gdLst/>
              <a:ahLst/>
              <a:cxnLst/>
              <a:rect l="l" t="t" r="r" b="b"/>
              <a:pathLst>
                <a:path w="11073" h="9713" extrusionOk="0">
                  <a:moveTo>
                    <a:pt x="5516" y="1"/>
                  </a:moveTo>
                  <a:cubicBezTo>
                    <a:pt x="4635" y="1"/>
                    <a:pt x="3744" y="240"/>
                    <a:pt x="2946" y="741"/>
                  </a:cubicBezTo>
                  <a:cubicBezTo>
                    <a:pt x="684" y="2161"/>
                    <a:pt x="0" y="5160"/>
                    <a:pt x="1420" y="7421"/>
                  </a:cubicBezTo>
                  <a:cubicBezTo>
                    <a:pt x="2340" y="8904"/>
                    <a:pt x="3922" y="9713"/>
                    <a:pt x="5538" y="9713"/>
                  </a:cubicBezTo>
                  <a:cubicBezTo>
                    <a:pt x="6416" y="9713"/>
                    <a:pt x="7304" y="9473"/>
                    <a:pt x="8101" y="8973"/>
                  </a:cubicBezTo>
                  <a:cubicBezTo>
                    <a:pt x="10389" y="7553"/>
                    <a:pt x="11073" y="4555"/>
                    <a:pt x="9652" y="2267"/>
                  </a:cubicBezTo>
                  <a:cubicBezTo>
                    <a:pt x="8717" y="803"/>
                    <a:pt x="7131" y="1"/>
                    <a:pt x="5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3310625" y="2151500"/>
              <a:ext cx="206475" cy="182775"/>
            </a:xfrm>
            <a:custGeom>
              <a:avLst/>
              <a:gdLst/>
              <a:ahLst/>
              <a:cxnLst/>
              <a:rect l="l" t="t" r="r" b="b"/>
              <a:pathLst>
                <a:path w="8259" h="7311" extrusionOk="0">
                  <a:moveTo>
                    <a:pt x="4149" y="0"/>
                  </a:moveTo>
                  <a:cubicBezTo>
                    <a:pt x="3022" y="0"/>
                    <a:pt x="1909" y="515"/>
                    <a:pt x="1184" y="1492"/>
                  </a:cubicBezTo>
                  <a:cubicBezTo>
                    <a:pt x="0" y="3123"/>
                    <a:pt x="342" y="5411"/>
                    <a:pt x="1973" y="6595"/>
                  </a:cubicBezTo>
                  <a:cubicBezTo>
                    <a:pt x="2616" y="7079"/>
                    <a:pt x="3368" y="7311"/>
                    <a:pt x="4117" y="7311"/>
                  </a:cubicBezTo>
                  <a:cubicBezTo>
                    <a:pt x="5238" y="7311"/>
                    <a:pt x="6350" y="6793"/>
                    <a:pt x="7075" y="5832"/>
                  </a:cubicBezTo>
                  <a:cubicBezTo>
                    <a:pt x="8258" y="4201"/>
                    <a:pt x="7916" y="1913"/>
                    <a:pt x="6312" y="703"/>
                  </a:cubicBezTo>
                  <a:cubicBezTo>
                    <a:pt x="5659" y="230"/>
                    <a:pt x="4901" y="0"/>
                    <a:pt x="4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3419100" y="2164775"/>
              <a:ext cx="37500" cy="35400"/>
            </a:xfrm>
            <a:custGeom>
              <a:avLst/>
              <a:gdLst/>
              <a:ahLst/>
              <a:cxnLst/>
              <a:rect l="l" t="t" r="r" b="b"/>
              <a:pathLst>
                <a:path w="1500" h="1416" extrusionOk="0">
                  <a:moveTo>
                    <a:pt x="790" y="1"/>
                  </a:moveTo>
                  <a:cubicBezTo>
                    <a:pt x="746" y="1"/>
                    <a:pt x="702" y="5"/>
                    <a:pt x="658" y="15"/>
                  </a:cubicBezTo>
                  <a:cubicBezTo>
                    <a:pt x="264" y="67"/>
                    <a:pt x="1" y="409"/>
                    <a:pt x="53" y="804"/>
                  </a:cubicBezTo>
                  <a:cubicBezTo>
                    <a:pt x="101" y="1164"/>
                    <a:pt x="413" y="1415"/>
                    <a:pt x="768" y="1415"/>
                  </a:cubicBezTo>
                  <a:cubicBezTo>
                    <a:pt x="801" y="1415"/>
                    <a:pt x="835" y="1413"/>
                    <a:pt x="869" y="1408"/>
                  </a:cubicBezTo>
                  <a:cubicBezTo>
                    <a:pt x="1237" y="1330"/>
                    <a:pt x="1500" y="988"/>
                    <a:pt x="1447" y="593"/>
                  </a:cubicBezTo>
                  <a:cubicBezTo>
                    <a:pt x="1401" y="246"/>
                    <a:pt x="1110" y="1"/>
                    <a:pt x="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3414500" y="2220225"/>
              <a:ext cx="9225" cy="8700"/>
            </a:xfrm>
            <a:custGeom>
              <a:avLst/>
              <a:gdLst/>
              <a:ahLst/>
              <a:cxnLst/>
              <a:rect l="l" t="t" r="r" b="b"/>
              <a:pathLst>
                <a:path w="369" h="348" extrusionOk="0">
                  <a:moveTo>
                    <a:pt x="191" y="1"/>
                  </a:moveTo>
                  <a:cubicBezTo>
                    <a:pt x="180" y="1"/>
                    <a:pt x="169" y="2"/>
                    <a:pt x="158" y="6"/>
                  </a:cubicBezTo>
                  <a:cubicBezTo>
                    <a:pt x="53" y="32"/>
                    <a:pt x="1" y="111"/>
                    <a:pt x="27" y="190"/>
                  </a:cubicBezTo>
                  <a:cubicBezTo>
                    <a:pt x="27" y="295"/>
                    <a:pt x="106" y="348"/>
                    <a:pt x="211" y="348"/>
                  </a:cubicBezTo>
                  <a:cubicBezTo>
                    <a:pt x="290" y="321"/>
                    <a:pt x="369" y="242"/>
                    <a:pt x="342" y="137"/>
                  </a:cubicBezTo>
                  <a:cubicBezTo>
                    <a:pt x="342" y="69"/>
                    <a:pt x="26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3337575" y="2222325"/>
              <a:ext cx="155200" cy="95775"/>
            </a:xfrm>
            <a:custGeom>
              <a:avLst/>
              <a:gdLst/>
              <a:ahLst/>
              <a:cxnLst/>
              <a:rect l="l" t="t" r="r" b="b"/>
              <a:pathLst>
                <a:path w="6208" h="3831" extrusionOk="0">
                  <a:moveTo>
                    <a:pt x="5892" y="1"/>
                  </a:moveTo>
                  <a:cubicBezTo>
                    <a:pt x="5813" y="763"/>
                    <a:pt x="5523" y="1447"/>
                    <a:pt x="5050" y="1947"/>
                  </a:cubicBezTo>
                  <a:cubicBezTo>
                    <a:pt x="4603" y="2447"/>
                    <a:pt x="3998" y="2762"/>
                    <a:pt x="3367" y="2841"/>
                  </a:cubicBezTo>
                  <a:cubicBezTo>
                    <a:pt x="3225" y="2865"/>
                    <a:pt x="3081" y="2876"/>
                    <a:pt x="2938" y="2876"/>
                  </a:cubicBezTo>
                  <a:cubicBezTo>
                    <a:pt x="2442" y="2876"/>
                    <a:pt x="1942" y="2738"/>
                    <a:pt x="1473" y="2473"/>
                  </a:cubicBezTo>
                  <a:cubicBezTo>
                    <a:pt x="895" y="2131"/>
                    <a:pt x="421" y="1579"/>
                    <a:pt x="106" y="869"/>
                  </a:cubicBezTo>
                  <a:lnTo>
                    <a:pt x="106" y="869"/>
                  </a:lnTo>
                  <a:cubicBezTo>
                    <a:pt x="0" y="1658"/>
                    <a:pt x="395" y="2525"/>
                    <a:pt x="1026" y="3078"/>
                  </a:cubicBezTo>
                  <a:cubicBezTo>
                    <a:pt x="1564" y="3551"/>
                    <a:pt x="2295" y="3831"/>
                    <a:pt x="3018" y="3831"/>
                  </a:cubicBezTo>
                  <a:cubicBezTo>
                    <a:pt x="3179" y="3831"/>
                    <a:pt x="3340" y="3817"/>
                    <a:pt x="3498" y="3788"/>
                  </a:cubicBezTo>
                  <a:cubicBezTo>
                    <a:pt x="4393" y="3656"/>
                    <a:pt x="5208" y="3130"/>
                    <a:pt x="5655" y="2394"/>
                  </a:cubicBezTo>
                  <a:cubicBezTo>
                    <a:pt x="6102" y="1658"/>
                    <a:pt x="6207" y="711"/>
                    <a:pt x="58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3621700" y="1974800"/>
              <a:ext cx="36650" cy="25625"/>
            </a:xfrm>
            <a:custGeom>
              <a:avLst/>
              <a:gdLst/>
              <a:ahLst/>
              <a:cxnLst/>
              <a:rect l="l" t="t" r="r" b="b"/>
              <a:pathLst>
                <a:path w="1466" h="1025" extrusionOk="0">
                  <a:moveTo>
                    <a:pt x="744" y="0"/>
                  </a:moveTo>
                  <a:cubicBezTo>
                    <a:pt x="667" y="0"/>
                    <a:pt x="583" y="20"/>
                    <a:pt x="497" y="65"/>
                  </a:cubicBezTo>
                  <a:cubicBezTo>
                    <a:pt x="1" y="313"/>
                    <a:pt x="258" y="1025"/>
                    <a:pt x="723" y="1025"/>
                  </a:cubicBezTo>
                  <a:cubicBezTo>
                    <a:pt x="800" y="1025"/>
                    <a:pt x="884" y="1005"/>
                    <a:pt x="970" y="960"/>
                  </a:cubicBezTo>
                  <a:cubicBezTo>
                    <a:pt x="1466" y="712"/>
                    <a:pt x="1209" y="0"/>
                    <a:pt x="7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3710475" y="1969550"/>
              <a:ext cx="36650" cy="25625"/>
            </a:xfrm>
            <a:custGeom>
              <a:avLst/>
              <a:gdLst/>
              <a:ahLst/>
              <a:cxnLst/>
              <a:rect l="l" t="t" r="r" b="b"/>
              <a:pathLst>
                <a:path w="1466" h="1025" extrusionOk="0">
                  <a:moveTo>
                    <a:pt x="744" y="0"/>
                  </a:moveTo>
                  <a:cubicBezTo>
                    <a:pt x="666" y="0"/>
                    <a:pt x="583" y="20"/>
                    <a:pt x="496" y="65"/>
                  </a:cubicBezTo>
                  <a:cubicBezTo>
                    <a:pt x="0" y="313"/>
                    <a:pt x="277" y="1024"/>
                    <a:pt x="730" y="1024"/>
                  </a:cubicBezTo>
                  <a:cubicBezTo>
                    <a:pt x="806" y="1024"/>
                    <a:pt x="887" y="1004"/>
                    <a:pt x="970" y="959"/>
                  </a:cubicBezTo>
                  <a:cubicBezTo>
                    <a:pt x="1465" y="711"/>
                    <a:pt x="1208" y="0"/>
                    <a:pt x="7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3703225" y="2048025"/>
              <a:ext cx="37375" cy="25850"/>
            </a:xfrm>
            <a:custGeom>
              <a:avLst/>
              <a:gdLst/>
              <a:ahLst/>
              <a:cxnLst/>
              <a:rect l="l" t="t" r="r" b="b"/>
              <a:pathLst>
                <a:path w="1495" h="1034" extrusionOk="0">
                  <a:moveTo>
                    <a:pt x="746" y="0"/>
                  </a:moveTo>
                  <a:cubicBezTo>
                    <a:pt x="675" y="0"/>
                    <a:pt x="600" y="17"/>
                    <a:pt x="523" y="56"/>
                  </a:cubicBezTo>
                  <a:cubicBezTo>
                    <a:pt x="1" y="328"/>
                    <a:pt x="283" y="1033"/>
                    <a:pt x="743" y="1033"/>
                  </a:cubicBezTo>
                  <a:cubicBezTo>
                    <a:pt x="815" y="1033"/>
                    <a:pt x="892" y="1016"/>
                    <a:pt x="970" y="976"/>
                  </a:cubicBezTo>
                  <a:cubicBezTo>
                    <a:pt x="1495" y="725"/>
                    <a:pt x="1209" y="0"/>
                    <a:pt x="7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3791200" y="202235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8" y="0"/>
                  </a:moveTo>
                  <a:cubicBezTo>
                    <a:pt x="664" y="0"/>
                    <a:pt x="584" y="18"/>
                    <a:pt x="502" y="57"/>
                  </a:cubicBezTo>
                  <a:cubicBezTo>
                    <a:pt x="1" y="308"/>
                    <a:pt x="270" y="1033"/>
                    <a:pt x="745" y="1033"/>
                  </a:cubicBezTo>
                  <a:cubicBezTo>
                    <a:pt x="817" y="1033"/>
                    <a:pt x="895" y="1016"/>
                    <a:pt x="976" y="978"/>
                  </a:cubicBezTo>
                  <a:cubicBezTo>
                    <a:pt x="1475" y="705"/>
                    <a:pt x="1210" y="0"/>
                    <a:pt x="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50"/>
            <p:cNvSpPr/>
            <p:nvPr/>
          </p:nvSpPr>
          <p:spPr>
            <a:xfrm>
              <a:off x="3793875" y="2127000"/>
              <a:ext cx="26325" cy="27625"/>
            </a:xfrm>
            <a:custGeom>
              <a:avLst/>
              <a:gdLst/>
              <a:ahLst/>
              <a:cxnLst/>
              <a:rect l="l" t="t" r="r" b="b"/>
              <a:pathLst>
                <a:path w="1053" h="1105" extrusionOk="0">
                  <a:moveTo>
                    <a:pt x="474" y="0"/>
                  </a:moveTo>
                  <a:cubicBezTo>
                    <a:pt x="395" y="0"/>
                    <a:pt x="343" y="26"/>
                    <a:pt x="264" y="53"/>
                  </a:cubicBezTo>
                  <a:cubicBezTo>
                    <a:pt x="237" y="79"/>
                    <a:pt x="185" y="105"/>
                    <a:pt x="158" y="132"/>
                  </a:cubicBezTo>
                  <a:cubicBezTo>
                    <a:pt x="106" y="211"/>
                    <a:pt x="53" y="263"/>
                    <a:pt x="27" y="368"/>
                  </a:cubicBezTo>
                  <a:cubicBezTo>
                    <a:pt x="1" y="395"/>
                    <a:pt x="1" y="447"/>
                    <a:pt x="1" y="500"/>
                  </a:cubicBezTo>
                  <a:cubicBezTo>
                    <a:pt x="1" y="579"/>
                    <a:pt x="1" y="658"/>
                    <a:pt x="53" y="763"/>
                  </a:cubicBezTo>
                  <a:cubicBezTo>
                    <a:pt x="53" y="789"/>
                    <a:pt x="80" y="789"/>
                    <a:pt x="80" y="815"/>
                  </a:cubicBezTo>
                  <a:cubicBezTo>
                    <a:pt x="132" y="894"/>
                    <a:pt x="158" y="947"/>
                    <a:pt x="211" y="973"/>
                  </a:cubicBezTo>
                  <a:cubicBezTo>
                    <a:pt x="264" y="1026"/>
                    <a:pt x="316" y="1052"/>
                    <a:pt x="395" y="1078"/>
                  </a:cubicBezTo>
                  <a:cubicBezTo>
                    <a:pt x="448" y="1105"/>
                    <a:pt x="527" y="1105"/>
                    <a:pt x="579" y="1105"/>
                  </a:cubicBezTo>
                  <a:cubicBezTo>
                    <a:pt x="658" y="1105"/>
                    <a:pt x="711" y="1078"/>
                    <a:pt x="790" y="1052"/>
                  </a:cubicBezTo>
                  <a:cubicBezTo>
                    <a:pt x="816" y="1026"/>
                    <a:pt x="869" y="1000"/>
                    <a:pt x="895" y="973"/>
                  </a:cubicBezTo>
                  <a:cubicBezTo>
                    <a:pt x="947" y="921"/>
                    <a:pt x="1000" y="842"/>
                    <a:pt x="1026" y="763"/>
                  </a:cubicBezTo>
                  <a:cubicBezTo>
                    <a:pt x="1026" y="710"/>
                    <a:pt x="1053" y="658"/>
                    <a:pt x="1053" y="631"/>
                  </a:cubicBezTo>
                  <a:cubicBezTo>
                    <a:pt x="1053" y="526"/>
                    <a:pt x="1053" y="447"/>
                    <a:pt x="1000" y="368"/>
                  </a:cubicBezTo>
                  <a:cubicBezTo>
                    <a:pt x="974" y="342"/>
                    <a:pt x="974" y="316"/>
                    <a:pt x="947" y="289"/>
                  </a:cubicBezTo>
                  <a:cubicBezTo>
                    <a:pt x="921" y="211"/>
                    <a:pt x="895" y="184"/>
                    <a:pt x="842" y="132"/>
                  </a:cubicBezTo>
                  <a:cubicBezTo>
                    <a:pt x="790" y="79"/>
                    <a:pt x="737" y="53"/>
                    <a:pt x="658" y="26"/>
                  </a:cubicBezTo>
                  <a:cubicBezTo>
                    <a:pt x="606" y="0"/>
                    <a:pt x="527" y="0"/>
                    <a:pt x="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0"/>
            <p:cNvSpPr/>
            <p:nvPr/>
          </p:nvSpPr>
          <p:spPr>
            <a:xfrm>
              <a:off x="3631575" y="2054350"/>
              <a:ext cx="36650" cy="25625"/>
            </a:xfrm>
            <a:custGeom>
              <a:avLst/>
              <a:gdLst/>
              <a:ahLst/>
              <a:cxnLst/>
              <a:rect l="l" t="t" r="r" b="b"/>
              <a:pathLst>
                <a:path w="1466" h="1025" extrusionOk="0">
                  <a:moveTo>
                    <a:pt x="744" y="1"/>
                  </a:moveTo>
                  <a:cubicBezTo>
                    <a:pt x="666" y="1"/>
                    <a:pt x="583" y="21"/>
                    <a:pt x="496" y="66"/>
                  </a:cubicBezTo>
                  <a:cubicBezTo>
                    <a:pt x="0" y="314"/>
                    <a:pt x="258" y="1025"/>
                    <a:pt x="722" y="1025"/>
                  </a:cubicBezTo>
                  <a:cubicBezTo>
                    <a:pt x="800" y="1025"/>
                    <a:pt x="883" y="1005"/>
                    <a:pt x="970" y="960"/>
                  </a:cubicBezTo>
                  <a:cubicBezTo>
                    <a:pt x="1465" y="712"/>
                    <a:pt x="1208" y="1"/>
                    <a:pt x="7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0"/>
            <p:cNvSpPr/>
            <p:nvPr/>
          </p:nvSpPr>
          <p:spPr>
            <a:xfrm>
              <a:off x="3667600" y="199605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0" y="0"/>
                  </a:moveTo>
                  <a:cubicBezTo>
                    <a:pt x="657" y="0"/>
                    <a:pt x="580" y="18"/>
                    <a:pt x="502" y="57"/>
                  </a:cubicBezTo>
                  <a:cubicBezTo>
                    <a:pt x="0" y="308"/>
                    <a:pt x="269" y="1033"/>
                    <a:pt x="744" y="1033"/>
                  </a:cubicBezTo>
                  <a:cubicBezTo>
                    <a:pt x="817" y="1033"/>
                    <a:pt x="895" y="1016"/>
                    <a:pt x="975" y="978"/>
                  </a:cubicBezTo>
                  <a:cubicBezTo>
                    <a:pt x="1475" y="705"/>
                    <a:pt x="1190" y="0"/>
                    <a:pt x="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0"/>
            <p:cNvSpPr/>
            <p:nvPr/>
          </p:nvSpPr>
          <p:spPr>
            <a:xfrm>
              <a:off x="3747950" y="2002000"/>
              <a:ext cx="37375" cy="25850"/>
            </a:xfrm>
            <a:custGeom>
              <a:avLst/>
              <a:gdLst/>
              <a:ahLst/>
              <a:cxnLst/>
              <a:rect l="l" t="t" r="r" b="b"/>
              <a:pathLst>
                <a:path w="1495" h="1034" extrusionOk="0">
                  <a:moveTo>
                    <a:pt x="746" y="0"/>
                  </a:moveTo>
                  <a:cubicBezTo>
                    <a:pt x="675" y="0"/>
                    <a:pt x="600" y="17"/>
                    <a:pt x="523" y="56"/>
                  </a:cubicBezTo>
                  <a:cubicBezTo>
                    <a:pt x="0" y="328"/>
                    <a:pt x="282" y="1033"/>
                    <a:pt x="742" y="1033"/>
                  </a:cubicBezTo>
                  <a:cubicBezTo>
                    <a:pt x="814" y="1033"/>
                    <a:pt x="891" y="1016"/>
                    <a:pt x="970" y="976"/>
                  </a:cubicBezTo>
                  <a:cubicBezTo>
                    <a:pt x="1494" y="725"/>
                    <a:pt x="1208" y="0"/>
                    <a:pt x="7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0"/>
            <p:cNvSpPr/>
            <p:nvPr/>
          </p:nvSpPr>
          <p:spPr>
            <a:xfrm>
              <a:off x="3821600" y="2067750"/>
              <a:ext cx="36775" cy="26050"/>
            </a:xfrm>
            <a:custGeom>
              <a:avLst/>
              <a:gdLst/>
              <a:ahLst/>
              <a:cxnLst/>
              <a:rect l="l" t="t" r="r" b="b"/>
              <a:pathLst>
                <a:path w="1471" h="1042" extrusionOk="0">
                  <a:moveTo>
                    <a:pt x="727" y="0"/>
                  </a:moveTo>
                  <a:cubicBezTo>
                    <a:pt x="654" y="0"/>
                    <a:pt x="576" y="17"/>
                    <a:pt x="496" y="56"/>
                  </a:cubicBezTo>
                  <a:cubicBezTo>
                    <a:pt x="0" y="326"/>
                    <a:pt x="258" y="1041"/>
                    <a:pt x="722" y="1041"/>
                  </a:cubicBezTo>
                  <a:cubicBezTo>
                    <a:pt x="800" y="1041"/>
                    <a:pt x="883" y="1021"/>
                    <a:pt x="969" y="976"/>
                  </a:cubicBezTo>
                  <a:cubicBezTo>
                    <a:pt x="1471" y="725"/>
                    <a:pt x="1202" y="0"/>
                    <a:pt x="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0"/>
            <p:cNvSpPr/>
            <p:nvPr/>
          </p:nvSpPr>
          <p:spPr>
            <a:xfrm>
              <a:off x="3765000" y="2068375"/>
              <a:ext cx="37375" cy="25850"/>
            </a:xfrm>
            <a:custGeom>
              <a:avLst/>
              <a:gdLst/>
              <a:ahLst/>
              <a:cxnLst/>
              <a:rect l="l" t="t" r="r" b="b"/>
              <a:pathLst>
                <a:path w="1495" h="1034" extrusionOk="0">
                  <a:moveTo>
                    <a:pt x="752" y="0"/>
                  </a:moveTo>
                  <a:cubicBezTo>
                    <a:pt x="680" y="0"/>
                    <a:pt x="603" y="18"/>
                    <a:pt x="524" y="57"/>
                  </a:cubicBezTo>
                  <a:cubicBezTo>
                    <a:pt x="0" y="308"/>
                    <a:pt x="286" y="1033"/>
                    <a:pt x="749" y="1033"/>
                  </a:cubicBezTo>
                  <a:cubicBezTo>
                    <a:pt x="819" y="1033"/>
                    <a:pt x="895" y="1016"/>
                    <a:pt x="972" y="978"/>
                  </a:cubicBezTo>
                  <a:cubicBezTo>
                    <a:pt x="1494" y="705"/>
                    <a:pt x="1212" y="0"/>
                    <a:pt x="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0"/>
            <p:cNvSpPr/>
            <p:nvPr/>
          </p:nvSpPr>
          <p:spPr>
            <a:xfrm>
              <a:off x="3739300" y="2121075"/>
              <a:ext cx="27650" cy="26575"/>
            </a:xfrm>
            <a:custGeom>
              <a:avLst/>
              <a:gdLst/>
              <a:ahLst/>
              <a:cxnLst/>
              <a:rect l="l" t="t" r="r" b="b"/>
              <a:pathLst>
                <a:path w="1106" h="1063" extrusionOk="0">
                  <a:moveTo>
                    <a:pt x="632" y="0"/>
                  </a:moveTo>
                  <a:cubicBezTo>
                    <a:pt x="527" y="0"/>
                    <a:pt x="448" y="0"/>
                    <a:pt x="369" y="53"/>
                  </a:cubicBezTo>
                  <a:cubicBezTo>
                    <a:pt x="343" y="53"/>
                    <a:pt x="316" y="79"/>
                    <a:pt x="290" y="79"/>
                  </a:cubicBezTo>
                  <a:cubicBezTo>
                    <a:pt x="211" y="132"/>
                    <a:pt x="185" y="158"/>
                    <a:pt x="132" y="211"/>
                  </a:cubicBezTo>
                  <a:cubicBezTo>
                    <a:pt x="80" y="263"/>
                    <a:pt x="53" y="316"/>
                    <a:pt x="27" y="395"/>
                  </a:cubicBezTo>
                  <a:cubicBezTo>
                    <a:pt x="1" y="448"/>
                    <a:pt x="1" y="526"/>
                    <a:pt x="1" y="579"/>
                  </a:cubicBezTo>
                  <a:cubicBezTo>
                    <a:pt x="1" y="658"/>
                    <a:pt x="27" y="711"/>
                    <a:pt x="53" y="789"/>
                  </a:cubicBezTo>
                  <a:cubicBezTo>
                    <a:pt x="80" y="816"/>
                    <a:pt x="106" y="868"/>
                    <a:pt x="132" y="895"/>
                  </a:cubicBezTo>
                  <a:cubicBezTo>
                    <a:pt x="211" y="947"/>
                    <a:pt x="264" y="1000"/>
                    <a:pt x="369" y="1026"/>
                  </a:cubicBezTo>
                  <a:cubicBezTo>
                    <a:pt x="395" y="1052"/>
                    <a:pt x="448" y="1052"/>
                    <a:pt x="474" y="1052"/>
                  </a:cubicBezTo>
                  <a:cubicBezTo>
                    <a:pt x="502" y="1060"/>
                    <a:pt x="529" y="1063"/>
                    <a:pt x="554" y="1063"/>
                  </a:cubicBezTo>
                  <a:cubicBezTo>
                    <a:pt x="624" y="1063"/>
                    <a:pt x="686" y="1038"/>
                    <a:pt x="763" y="1000"/>
                  </a:cubicBezTo>
                  <a:cubicBezTo>
                    <a:pt x="763" y="1000"/>
                    <a:pt x="790" y="974"/>
                    <a:pt x="816" y="974"/>
                  </a:cubicBezTo>
                  <a:cubicBezTo>
                    <a:pt x="895" y="921"/>
                    <a:pt x="948" y="895"/>
                    <a:pt x="974" y="842"/>
                  </a:cubicBezTo>
                  <a:cubicBezTo>
                    <a:pt x="1026" y="789"/>
                    <a:pt x="1053" y="737"/>
                    <a:pt x="1079" y="658"/>
                  </a:cubicBezTo>
                  <a:cubicBezTo>
                    <a:pt x="1105" y="605"/>
                    <a:pt x="1105" y="526"/>
                    <a:pt x="1105" y="474"/>
                  </a:cubicBezTo>
                  <a:cubicBezTo>
                    <a:pt x="1105" y="395"/>
                    <a:pt x="1079" y="342"/>
                    <a:pt x="1053" y="263"/>
                  </a:cubicBezTo>
                  <a:cubicBezTo>
                    <a:pt x="1026" y="237"/>
                    <a:pt x="1000" y="211"/>
                    <a:pt x="974" y="158"/>
                  </a:cubicBezTo>
                  <a:cubicBezTo>
                    <a:pt x="921" y="106"/>
                    <a:pt x="842" y="53"/>
                    <a:pt x="763" y="27"/>
                  </a:cubicBezTo>
                  <a:cubicBezTo>
                    <a:pt x="711" y="0"/>
                    <a:pt x="658" y="0"/>
                    <a:pt x="6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0"/>
            <p:cNvSpPr/>
            <p:nvPr/>
          </p:nvSpPr>
          <p:spPr>
            <a:xfrm>
              <a:off x="3658625" y="1946525"/>
              <a:ext cx="37125" cy="25625"/>
            </a:xfrm>
            <a:custGeom>
              <a:avLst/>
              <a:gdLst/>
              <a:ahLst/>
              <a:cxnLst/>
              <a:rect l="l" t="t" r="r" b="b"/>
              <a:pathLst>
                <a:path w="1485" h="1025" extrusionOk="0">
                  <a:moveTo>
                    <a:pt x="758" y="1"/>
                  </a:moveTo>
                  <a:cubicBezTo>
                    <a:pt x="682" y="1"/>
                    <a:pt x="602" y="20"/>
                    <a:pt x="519" y="66"/>
                  </a:cubicBezTo>
                  <a:cubicBezTo>
                    <a:pt x="1" y="313"/>
                    <a:pt x="274" y="1025"/>
                    <a:pt x="727" y="1025"/>
                  </a:cubicBezTo>
                  <a:cubicBezTo>
                    <a:pt x="802" y="1025"/>
                    <a:pt x="883" y="1005"/>
                    <a:pt x="966" y="960"/>
                  </a:cubicBezTo>
                  <a:cubicBezTo>
                    <a:pt x="1484" y="712"/>
                    <a:pt x="1211" y="1"/>
                    <a:pt x="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0"/>
            <p:cNvSpPr/>
            <p:nvPr/>
          </p:nvSpPr>
          <p:spPr>
            <a:xfrm>
              <a:off x="3543975" y="1974350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0" y="0"/>
                  </a:moveTo>
                  <a:cubicBezTo>
                    <a:pt x="658" y="0"/>
                    <a:pt x="581" y="18"/>
                    <a:pt x="502" y="57"/>
                  </a:cubicBezTo>
                  <a:cubicBezTo>
                    <a:pt x="1" y="308"/>
                    <a:pt x="270" y="1033"/>
                    <a:pt x="745" y="1033"/>
                  </a:cubicBezTo>
                  <a:cubicBezTo>
                    <a:pt x="818" y="1033"/>
                    <a:pt x="895" y="1016"/>
                    <a:pt x="976" y="978"/>
                  </a:cubicBezTo>
                  <a:cubicBezTo>
                    <a:pt x="1476" y="705"/>
                    <a:pt x="1190" y="0"/>
                    <a:pt x="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0"/>
            <p:cNvSpPr/>
            <p:nvPr/>
          </p:nvSpPr>
          <p:spPr>
            <a:xfrm>
              <a:off x="3569675" y="2048025"/>
              <a:ext cx="36900" cy="25850"/>
            </a:xfrm>
            <a:custGeom>
              <a:avLst/>
              <a:gdLst/>
              <a:ahLst/>
              <a:cxnLst/>
              <a:rect l="l" t="t" r="r" b="b"/>
              <a:pathLst>
                <a:path w="1476" h="1034" extrusionOk="0">
                  <a:moveTo>
                    <a:pt x="731" y="0"/>
                  </a:moveTo>
                  <a:cubicBezTo>
                    <a:pt x="658" y="0"/>
                    <a:pt x="581" y="17"/>
                    <a:pt x="500" y="56"/>
                  </a:cubicBezTo>
                  <a:cubicBezTo>
                    <a:pt x="0" y="328"/>
                    <a:pt x="266" y="1033"/>
                    <a:pt x="738" y="1033"/>
                  </a:cubicBezTo>
                  <a:cubicBezTo>
                    <a:pt x="812" y="1033"/>
                    <a:pt x="891" y="1016"/>
                    <a:pt x="973" y="976"/>
                  </a:cubicBezTo>
                  <a:cubicBezTo>
                    <a:pt x="1475" y="725"/>
                    <a:pt x="1206" y="0"/>
                    <a:pt x="7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0"/>
            <p:cNvSpPr/>
            <p:nvPr/>
          </p:nvSpPr>
          <p:spPr>
            <a:xfrm>
              <a:off x="739775" y="1521950"/>
              <a:ext cx="2955500" cy="1670225"/>
            </a:xfrm>
            <a:custGeom>
              <a:avLst/>
              <a:gdLst/>
              <a:ahLst/>
              <a:cxnLst/>
              <a:rect l="l" t="t" r="r" b="b"/>
              <a:pathLst>
                <a:path w="118220" h="66809" extrusionOk="0">
                  <a:moveTo>
                    <a:pt x="5507" y="0"/>
                  </a:moveTo>
                  <a:cubicBezTo>
                    <a:pt x="5026" y="0"/>
                    <a:pt x="4642" y="95"/>
                    <a:pt x="4367" y="295"/>
                  </a:cubicBezTo>
                  <a:cubicBezTo>
                    <a:pt x="1" y="3504"/>
                    <a:pt x="6813" y="7844"/>
                    <a:pt x="11021" y="22414"/>
                  </a:cubicBezTo>
                  <a:cubicBezTo>
                    <a:pt x="15229" y="37010"/>
                    <a:pt x="25985" y="60917"/>
                    <a:pt x="42633" y="66808"/>
                  </a:cubicBezTo>
                  <a:cubicBezTo>
                    <a:pt x="42633" y="66808"/>
                    <a:pt x="98574" y="49818"/>
                    <a:pt x="118220" y="41245"/>
                  </a:cubicBezTo>
                  <a:cubicBezTo>
                    <a:pt x="118220" y="41245"/>
                    <a:pt x="97785" y="31119"/>
                    <a:pt x="84845" y="30882"/>
                  </a:cubicBezTo>
                  <a:cubicBezTo>
                    <a:pt x="71905" y="30619"/>
                    <a:pt x="59781" y="29830"/>
                    <a:pt x="50208" y="25228"/>
                  </a:cubicBezTo>
                  <a:cubicBezTo>
                    <a:pt x="41213" y="20915"/>
                    <a:pt x="12660" y="0"/>
                    <a:pt x="5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0"/>
            <p:cNvSpPr/>
            <p:nvPr/>
          </p:nvSpPr>
          <p:spPr>
            <a:xfrm>
              <a:off x="885900" y="1668325"/>
              <a:ext cx="74025" cy="51425"/>
            </a:xfrm>
            <a:custGeom>
              <a:avLst/>
              <a:gdLst/>
              <a:ahLst/>
              <a:cxnLst/>
              <a:rect l="l" t="t" r="r" b="b"/>
              <a:pathLst>
                <a:path w="2961" h="2057" extrusionOk="0">
                  <a:moveTo>
                    <a:pt x="1483" y="1"/>
                  </a:moveTo>
                  <a:cubicBezTo>
                    <a:pt x="1336" y="1"/>
                    <a:pt x="1180" y="38"/>
                    <a:pt x="1020" y="121"/>
                  </a:cubicBezTo>
                  <a:cubicBezTo>
                    <a:pt x="0" y="620"/>
                    <a:pt x="543" y="2056"/>
                    <a:pt x="1470" y="2056"/>
                  </a:cubicBezTo>
                  <a:cubicBezTo>
                    <a:pt x="1619" y="2056"/>
                    <a:pt x="1777" y="2020"/>
                    <a:pt x="1941" y="1936"/>
                  </a:cubicBezTo>
                  <a:cubicBezTo>
                    <a:pt x="2961" y="1437"/>
                    <a:pt x="2398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0"/>
            <p:cNvSpPr/>
            <p:nvPr/>
          </p:nvSpPr>
          <p:spPr>
            <a:xfrm>
              <a:off x="1171300" y="1822200"/>
              <a:ext cx="74000" cy="51425"/>
            </a:xfrm>
            <a:custGeom>
              <a:avLst/>
              <a:gdLst/>
              <a:ahLst/>
              <a:cxnLst/>
              <a:rect l="l" t="t" r="r" b="b"/>
              <a:pathLst>
                <a:path w="2960" h="2057" extrusionOk="0">
                  <a:moveTo>
                    <a:pt x="1489" y="0"/>
                  </a:moveTo>
                  <a:cubicBezTo>
                    <a:pt x="1340" y="0"/>
                    <a:pt x="1182" y="37"/>
                    <a:pt x="1018" y="120"/>
                  </a:cubicBezTo>
                  <a:cubicBezTo>
                    <a:pt x="0" y="641"/>
                    <a:pt x="539" y="2057"/>
                    <a:pt x="1464" y="2057"/>
                  </a:cubicBezTo>
                  <a:cubicBezTo>
                    <a:pt x="1614" y="2057"/>
                    <a:pt x="1774" y="2020"/>
                    <a:pt x="1939" y="1935"/>
                  </a:cubicBezTo>
                  <a:cubicBezTo>
                    <a:pt x="2959" y="1436"/>
                    <a:pt x="2416" y="0"/>
                    <a:pt x="1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0"/>
            <p:cNvSpPr/>
            <p:nvPr/>
          </p:nvSpPr>
          <p:spPr>
            <a:xfrm>
              <a:off x="1041050" y="2067650"/>
              <a:ext cx="74150" cy="51850"/>
            </a:xfrm>
            <a:custGeom>
              <a:avLst/>
              <a:gdLst/>
              <a:ahLst/>
              <a:cxnLst/>
              <a:rect l="l" t="t" r="r" b="b"/>
              <a:pathLst>
                <a:path w="2966" h="2074" extrusionOk="0">
                  <a:moveTo>
                    <a:pt x="1480" y="0"/>
                  </a:moveTo>
                  <a:cubicBezTo>
                    <a:pt x="1335" y="0"/>
                    <a:pt x="1180" y="35"/>
                    <a:pt x="1021" y="112"/>
                  </a:cubicBezTo>
                  <a:cubicBezTo>
                    <a:pt x="1" y="634"/>
                    <a:pt x="544" y="2074"/>
                    <a:pt x="1471" y="2074"/>
                  </a:cubicBezTo>
                  <a:cubicBezTo>
                    <a:pt x="1620" y="2074"/>
                    <a:pt x="1778" y="2037"/>
                    <a:pt x="1942" y="1953"/>
                  </a:cubicBezTo>
                  <a:cubicBezTo>
                    <a:pt x="2966" y="1430"/>
                    <a:pt x="2414" y="0"/>
                    <a:pt x="1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0"/>
            <p:cNvSpPr/>
            <p:nvPr/>
          </p:nvSpPr>
          <p:spPr>
            <a:xfrm>
              <a:off x="1249500" y="2376450"/>
              <a:ext cx="74025" cy="51425"/>
            </a:xfrm>
            <a:custGeom>
              <a:avLst/>
              <a:gdLst/>
              <a:ahLst/>
              <a:cxnLst/>
              <a:rect l="l" t="t" r="r" b="b"/>
              <a:pathLst>
                <a:path w="2961" h="2057" extrusionOk="0">
                  <a:moveTo>
                    <a:pt x="1491" y="1"/>
                  </a:moveTo>
                  <a:cubicBezTo>
                    <a:pt x="1342" y="1"/>
                    <a:pt x="1184" y="38"/>
                    <a:pt x="1020" y="121"/>
                  </a:cubicBezTo>
                  <a:cubicBezTo>
                    <a:pt x="0" y="620"/>
                    <a:pt x="563" y="2057"/>
                    <a:pt x="1478" y="2057"/>
                  </a:cubicBezTo>
                  <a:cubicBezTo>
                    <a:pt x="1625" y="2057"/>
                    <a:pt x="1781" y="2020"/>
                    <a:pt x="1941" y="1936"/>
                  </a:cubicBezTo>
                  <a:cubicBezTo>
                    <a:pt x="2961" y="1437"/>
                    <a:pt x="2418" y="1"/>
                    <a:pt x="1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0"/>
            <p:cNvSpPr/>
            <p:nvPr/>
          </p:nvSpPr>
          <p:spPr>
            <a:xfrm>
              <a:off x="1258700" y="2551325"/>
              <a:ext cx="74000" cy="51450"/>
            </a:xfrm>
            <a:custGeom>
              <a:avLst/>
              <a:gdLst/>
              <a:ahLst/>
              <a:cxnLst/>
              <a:rect l="l" t="t" r="r" b="b"/>
              <a:pathLst>
                <a:path w="2960" h="2058" extrusionOk="0">
                  <a:moveTo>
                    <a:pt x="1496" y="0"/>
                  </a:moveTo>
                  <a:cubicBezTo>
                    <a:pt x="1346" y="0"/>
                    <a:pt x="1186" y="38"/>
                    <a:pt x="1020" y="122"/>
                  </a:cubicBezTo>
                  <a:cubicBezTo>
                    <a:pt x="0" y="621"/>
                    <a:pt x="543" y="2057"/>
                    <a:pt x="1470" y="2057"/>
                  </a:cubicBezTo>
                  <a:cubicBezTo>
                    <a:pt x="1619" y="2057"/>
                    <a:pt x="1777" y="2020"/>
                    <a:pt x="1941" y="1937"/>
                  </a:cubicBezTo>
                  <a:cubicBezTo>
                    <a:pt x="2959" y="1416"/>
                    <a:pt x="2420" y="0"/>
                    <a:pt x="1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0"/>
            <p:cNvSpPr/>
            <p:nvPr/>
          </p:nvSpPr>
          <p:spPr>
            <a:xfrm>
              <a:off x="1446750" y="2184475"/>
              <a:ext cx="74125" cy="51400"/>
            </a:xfrm>
            <a:custGeom>
              <a:avLst/>
              <a:gdLst/>
              <a:ahLst/>
              <a:cxnLst/>
              <a:rect l="l" t="t" r="r" b="b"/>
              <a:pathLst>
                <a:path w="2965" h="2056" extrusionOk="0">
                  <a:moveTo>
                    <a:pt x="1491" y="0"/>
                  </a:moveTo>
                  <a:cubicBezTo>
                    <a:pt x="1342" y="0"/>
                    <a:pt x="1184" y="37"/>
                    <a:pt x="1020" y="121"/>
                  </a:cubicBezTo>
                  <a:cubicBezTo>
                    <a:pt x="0" y="619"/>
                    <a:pt x="563" y="2056"/>
                    <a:pt x="1495" y="2056"/>
                  </a:cubicBezTo>
                  <a:cubicBezTo>
                    <a:pt x="1645" y="2056"/>
                    <a:pt x="1804" y="2019"/>
                    <a:pt x="1967" y="1935"/>
                  </a:cubicBezTo>
                  <a:cubicBezTo>
                    <a:pt x="2964" y="1437"/>
                    <a:pt x="2418" y="0"/>
                    <a:pt x="1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0"/>
            <p:cNvSpPr/>
            <p:nvPr/>
          </p:nvSpPr>
          <p:spPr>
            <a:xfrm>
              <a:off x="1210050" y="2165375"/>
              <a:ext cx="73975" cy="51450"/>
            </a:xfrm>
            <a:custGeom>
              <a:avLst/>
              <a:gdLst/>
              <a:ahLst/>
              <a:cxnLst/>
              <a:rect l="l" t="t" r="r" b="b"/>
              <a:pathLst>
                <a:path w="2959" h="2058" extrusionOk="0">
                  <a:moveTo>
                    <a:pt x="1496" y="0"/>
                  </a:moveTo>
                  <a:cubicBezTo>
                    <a:pt x="1346" y="0"/>
                    <a:pt x="1185" y="38"/>
                    <a:pt x="1020" y="122"/>
                  </a:cubicBezTo>
                  <a:cubicBezTo>
                    <a:pt x="0" y="621"/>
                    <a:pt x="543" y="2057"/>
                    <a:pt x="1470" y="2057"/>
                  </a:cubicBezTo>
                  <a:cubicBezTo>
                    <a:pt x="1619" y="2057"/>
                    <a:pt x="1777" y="2020"/>
                    <a:pt x="1941" y="1937"/>
                  </a:cubicBezTo>
                  <a:cubicBezTo>
                    <a:pt x="2959" y="1416"/>
                    <a:pt x="2420" y="0"/>
                    <a:pt x="1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0"/>
            <p:cNvSpPr/>
            <p:nvPr/>
          </p:nvSpPr>
          <p:spPr>
            <a:xfrm>
              <a:off x="1285550" y="1991375"/>
              <a:ext cx="73675" cy="51850"/>
            </a:xfrm>
            <a:custGeom>
              <a:avLst/>
              <a:gdLst/>
              <a:ahLst/>
              <a:cxnLst/>
              <a:rect l="l" t="t" r="r" b="b"/>
              <a:pathLst>
                <a:path w="2947" h="2074" extrusionOk="0">
                  <a:moveTo>
                    <a:pt x="1457" y="0"/>
                  </a:moveTo>
                  <a:cubicBezTo>
                    <a:pt x="1312" y="0"/>
                    <a:pt x="1158" y="35"/>
                    <a:pt x="998" y="113"/>
                  </a:cubicBezTo>
                  <a:cubicBezTo>
                    <a:pt x="1" y="634"/>
                    <a:pt x="547" y="2074"/>
                    <a:pt x="1475" y="2074"/>
                  </a:cubicBezTo>
                  <a:cubicBezTo>
                    <a:pt x="1624" y="2074"/>
                    <a:pt x="1782" y="2037"/>
                    <a:pt x="1945" y="1954"/>
                  </a:cubicBezTo>
                  <a:cubicBezTo>
                    <a:pt x="2947" y="1430"/>
                    <a:pt x="2392" y="0"/>
                    <a:pt x="14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0"/>
            <p:cNvSpPr/>
            <p:nvPr/>
          </p:nvSpPr>
          <p:spPr>
            <a:xfrm>
              <a:off x="1035100" y="1867550"/>
              <a:ext cx="74075" cy="51450"/>
            </a:xfrm>
            <a:custGeom>
              <a:avLst/>
              <a:gdLst/>
              <a:ahLst/>
              <a:cxnLst/>
              <a:rect l="l" t="t" r="r" b="b"/>
              <a:pathLst>
                <a:path w="2963" h="2058" extrusionOk="0">
                  <a:moveTo>
                    <a:pt x="1468" y="1"/>
                  </a:moveTo>
                  <a:cubicBezTo>
                    <a:pt x="1318" y="1"/>
                    <a:pt x="1160" y="38"/>
                    <a:pt x="996" y="121"/>
                  </a:cubicBezTo>
                  <a:cubicBezTo>
                    <a:pt x="0" y="642"/>
                    <a:pt x="543" y="2058"/>
                    <a:pt x="1467" y="2058"/>
                  </a:cubicBezTo>
                  <a:cubicBezTo>
                    <a:pt x="1618" y="2058"/>
                    <a:pt x="1778" y="2020"/>
                    <a:pt x="1943" y="1936"/>
                  </a:cubicBezTo>
                  <a:cubicBezTo>
                    <a:pt x="2963" y="1437"/>
                    <a:pt x="2400" y="1"/>
                    <a:pt x="1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0"/>
            <p:cNvSpPr/>
            <p:nvPr/>
          </p:nvSpPr>
          <p:spPr>
            <a:xfrm>
              <a:off x="1029225" y="1699200"/>
              <a:ext cx="74000" cy="51450"/>
            </a:xfrm>
            <a:custGeom>
              <a:avLst/>
              <a:gdLst/>
              <a:ahLst/>
              <a:cxnLst/>
              <a:rect l="l" t="t" r="r" b="b"/>
              <a:pathLst>
                <a:path w="2960" h="2058" extrusionOk="0">
                  <a:moveTo>
                    <a:pt x="1488" y="1"/>
                  </a:moveTo>
                  <a:cubicBezTo>
                    <a:pt x="1340" y="1"/>
                    <a:pt x="1182" y="38"/>
                    <a:pt x="1021" y="122"/>
                  </a:cubicBezTo>
                  <a:cubicBezTo>
                    <a:pt x="1" y="621"/>
                    <a:pt x="544" y="2057"/>
                    <a:pt x="1471" y="2057"/>
                  </a:cubicBezTo>
                  <a:cubicBezTo>
                    <a:pt x="1619" y="2057"/>
                    <a:pt x="1778" y="2021"/>
                    <a:pt x="1941" y="1937"/>
                  </a:cubicBezTo>
                  <a:cubicBezTo>
                    <a:pt x="2959" y="1417"/>
                    <a:pt x="2401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0"/>
            <p:cNvSpPr/>
            <p:nvPr/>
          </p:nvSpPr>
          <p:spPr>
            <a:xfrm>
              <a:off x="1409925" y="2346875"/>
              <a:ext cx="74025" cy="51425"/>
            </a:xfrm>
            <a:custGeom>
              <a:avLst/>
              <a:gdLst/>
              <a:ahLst/>
              <a:cxnLst/>
              <a:rect l="l" t="t" r="r" b="b"/>
              <a:pathLst>
                <a:path w="2961" h="2057" extrusionOk="0">
                  <a:moveTo>
                    <a:pt x="1491" y="0"/>
                  </a:moveTo>
                  <a:cubicBezTo>
                    <a:pt x="1342" y="0"/>
                    <a:pt x="1184" y="37"/>
                    <a:pt x="1020" y="121"/>
                  </a:cubicBezTo>
                  <a:cubicBezTo>
                    <a:pt x="0" y="620"/>
                    <a:pt x="543" y="2056"/>
                    <a:pt x="1470" y="2056"/>
                  </a:cubicBezTo>
                  <a:cubicBezTo>
                    <a:pt x="1619" y="2056"/>
                    <a:pt x="1777" y="2019"/>
                    <a:pt x="1941" y="1936"/>
                  </a:cubicBezTo>
                  <a:cubicBezTo>
                    <a:pt x="2961" y="1437"/>
                    <a:pt x="2418" y="0"/>
                    <a:pt x="1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0"/>
            <p:cNvSpPr/>
            <p:nvPr/>
          </p:nvSpPr>
          <p:spPr>
            <a:xfrm>
              <a:off x="1126525" y="2275200"/>
              <a:ext cx="74050" cy="52075"/>
            </a:xfrm>
            <a:custGeom>
              <a:avLst/>
              <a:gdLst/>
              <a:ahLst/>
              <a:cxnLst/>
              <a:rect l="l" t="t" r="r" b="b"/>
              <a:pathLst>
                <a:path w="2962" h="2083" extrusionOk="0">
                  <a:moveTo>
                    <a:pt x="1491" y="1"/>
                  </a:moveTo>
                  <a:cubicBezTo>
                    <a:pt x="1343" y="1"/>
                    <a:pt x="1184" y="38"/>
                    <a:pt x="1021" y="121"/>
                  </a:cubicBezTo>
                  <a:cubicBezTo>
                    <a:pt x="1" y="643"/>
                    <a:pt x="544" y="2083"/>
                    <a:pt x="1472" y="2083"/>
                  </a:cubicBezTo>
                  <a:cubicBezTo>
                    <a:pt x="1620" y="2083"/>
                    <a:pt x="1778" y="2046"/>
                    <a:pt x="1942" y="1962"/>
                  </a:cubicBezTo>
                  <a:cubicBezTo>
                    <a:pt x="2962" y="1441"/>
                    <a:pt x="2419" y="1"/>
                    <a:pt x="1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0"/>
            <p:cNvSpPr/>
            <p:nvPr/>
          </p:nvSpPr>
          <p:spPr>
            <a:xfrm>
              <a:off x="1408600" y="2658500"/>
              <a:ext cx="74100" cy="51450"/>
            </a:xfrm>
            <a:custGeom>
              <a:avLst/>
              <a:gdLst/>
              <a:ahLst/>
              <a:cxnLst/>
              <a:rect l="l" t="t" r="r" b="b"/>
              <a:pathLst>
                <a:path w="2964" h="2058" extrusionOk="0">
                  <a:moveTo>
                    <a:pt x="1496" y="0"/>
                  </a:moveTo>
                  <a:cubicBezTo>
                    <a:pt x="1346" y="0"/>
                    <a:pt x="1186" y="38"/>
                    <a:pt x="1021" y="122"/>
                  </a:cubicBezTo>
                  <a:cubicBezTo>
                    <a:pt x="1" y="621"/>
                    <a:pt x="563" y="2057"/>
                    <a:pt x="1496" y="2057"/>
                  </a:cubicBezTo>
                  <a:cubicBezTo>
                    <a:pt x="1645" y="2057"/>
                    <a:pt x="1804" y="2020"/>
                    <a:pt x="1968" y="1937"/>
                  </a:cubicBezTo>
                  <a:cubicBezTo>
                    <a:pt x="2963" y="1416"/>
                    <a:pt x="2421" y="0"/>
                    <a:pt x="1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0"/>
            <p:cNvSpPr/>
            <p:nvPr/>
          </p:nvSpPr>
          <p:spPr>
            <a:xfrm>
              <a:off x="1543900" y="2861250"/>
              <a:ext cx="54600" cy="52800"/>
            </a:xfrm>
            <a:custGeom>
              <a:avLst/>
              <a:gdLst/>
              <a:ahLst/>
              <a:cxnLst/>
              <a:rect l="l" t="t" r="r" b="b"/>
              <a:pathLst>
                <a:path w="2184" h="2112" extrusionOk="0">
                  <a:moveTo>
                    <a:pt x="1113" y="0"/>
                  </a:moveTo>
                  <a:cubicBezTo>
                    <a:pt x="962" y="0"/>
                    <a:pt x="815" y="48"/>
                    <a:pt x="685" y="113"/>
                  </a:cubicBezTo>
                  <a:cubicBezTo>
                    <a:pt x="632" y="139"/>
                    <a:pt x="606" y="139"/>
                    <a:pt x="553" y="165"/>
                  </a:cubicBezTo>
                  <a:cubicBezTo>
                    <a:pt x="422" y="244"/>
                    <a:pt x="316" y="323"/>
                    <a:pt x="238" y="428"/>
                  </a:cubicBezTo>
                  <a:cubicBezTo>
                    <a:pt x="159" y="533"/>
                    <a:pt x="80" y="639"/>
                    <a:pt x="53" y="770"/>
                  </a:cubicBezTo>
                  <a:cubicBezTo>
                    <a:pt x="1" y="902"/>
                    <a:pt x="1" y="1033"/>
                    <a:pt x="1" y="1165"/>
                  </a:cubicBezTo>
                  <a:cubicBezTo>
                    <a:pt x="1" y="1296"/>
                    <a:pt x="53" y="1428"/>
                    <a:pt x="106" y="1559"/>
                  </a:cubicBezTo>
                  <a:lnTo>
                    <a:pt x="264" y="1769"/>
                  </a:lnTo>
                  <a:cubicBezTo>
                    <a:pt x="395" y="1901"/>
                    <a:pt x="527" y="2006"/>
                    <a:pt x="711" y="2059"/>
                  </a:cubicBezTo>
                  <a:lnTo>
                    <a:pt x="974" y="2111"/>
                  </a:lnTo>
                  <a:cubicBezTo>
                    <a:pt x="1158" y="2111"/>
                    <a:pt x="1316" y="2085"/>
                    <a:pt x="1500" y="2006"/>
                  </a:cubicBezTo>
                  <a:cubicBezTo>
                    <a:pt x="1526" y="1980"/>
                    <a:pt x="1579" y="1954"/>
                    <a:pt x="1631" y="1927"/>
                  </a:cubicBezTo>
                  <a:cubicBezTo>
                    <a:pt x="1737" y="1875"/>
                    <a:pt x="1868" y="1796"/>
                    <a:pt x="1921" y="1691"/>
                  </a:cubicBezTo>
                  <a:cubicBezTo>
                    <a:pt x="2026" y="1585"/>
                    <a:pt x="2105" y="1480"/>
                    <a:pt x="2131" y="1349"/>
                  </a:cubicBezTo>
                  <a:cubicBezTo>
                    <a:pt x="2184" y="1217"/>
                    <a:pt x="2184" y="1086"/>
                    <a:pt x="2157" y="954"/>
                  </a:cubicBezTo>
                  <a:cubicBezTo>
                    <a:pt x="2157" y="823"/>
                    <a:pt x="2131" y="691"/>
                    <a:pt x="2079" y="560"/>
                  </a:cubicBezTo>
                  <a:lnTo>
                    <a:pt x="1921" y="323"/>
                  </a:lnTo>
                  <a:cubicBezTo>
                    <a:pt x="1789" y="191"/>
                    <a:pt x="1631" y="113"/>
                    <a:pt x="1474" y="60"/>
                  </a:cubicBezTo>
                  <a:lnTo>
                    <a:pt x="1211" y="7"/>
                  </a:lnTo>
                  <a:cubicBezTo>
                    <a:pt x="1178" y="3"/>
                    <a:pt x="1145" y="0"/>
                    <a:pt x="1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0"/>
            <p:cNvSpPr/>
            <p:nvPr/>
          </p:nvSpPr>
          <p:spPr>
            <a:xfrm>
              <a:off x="1612325" y="2666425"/>
              <a:ext cx="74150" cy="51875"/>
            </a:xfrm>
            <a:custGeom>
              <a:avLst/>
              <a:gdLst/>
              <a:ahLst/>
              <a:cxnLst/>
              <a:rect l="l" t="t" r="r" b="b"/>
              <a:pathLst>
                <a:path w="2966" h="2075" extrusionOk="0">
                  <a:moveTo>
                    <a:pt x="1495" y="0"/>
                  </a:moveTo>
                  <a:cubicBezTo>
                    <a:pt x="1346" y="0"/>
                    <a:pt x="1188" y="37"/>
                    <a:pt x="1025" y="121"/>
                  </a:cubicBezTo>
                  <a:cubicBezTo>
                    <a:pt x="0" y="644"/>
                    <a:pt x="552" y="2074"/>
                    <a:pt x="1487" y="2074"/>
                  </a:cubicBezTo>
                  <a:cubicBezTo>
                    <a:pt x="1632" y="2074"/>
                    <a:pt x="1786" y="2040"/>
                    <a:pt x="1945" y="1962"/>
                  </a:cubicBezTo>
                  <a:cubicBezTo>
                    <a:pt x="2965" y="1440"/>
                    <a:pt x="2422" y="0"/>
                    <a:pt x="1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0"/>
            <p:cNvSpPr/>
            <p:nvPr/>
          </p:nvSpPr>
          <p:spPr>
            <a:xfrm>
              <a:off x="1728800" y="2958350"/>
              <a:ext cx="74050" cy="51425"/>
            </a:xfrm>
            <a:custGeom>
              <a:avLst/>
              <a:gdLst/>
              <a:ahLst/>
              <a:cxnLst/>
              <a:rect l="l" t="t" r="r" b="b"/>
              <a:pathLst>
                <a:path w="2962" h="2057" extrusionOk="0">
                  <a:moveTo>
                    <a:pt x="1491" y="0"/>
                  </a:moveTo>
                  <a:cubicBezTo>
                    <a:pt x="1343" y="0"/>
                    <a:pt x="1184" y="37"/>
                    <a:pt x="1021" y="121"/>
                  </a:cubicBezTo>
                  <a:cubicBezTo>
                    <a:pt x="1" y="620"/>
                    <a:pt x="544" y="2056"/>
                    <a:pt x="1471" y="2056"/>
                  </a:cubicBezTo>
                  <a:cubicBezTo>
                    <a:pt x="1620" y="2056"/>
                    <a:pt x="1778" y="2019"/>
                    <a:pt x="1941" y="1936"/>
                  </a:cubicBezTo>
                  <a:cubicBezTo>
                    <a:pt x="2961" y="1437"/>
                    <a:pt x="2419" y="0"/>
                    <a:pt x="1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50"/>
            <p:cNvSpPr/>
            <p:nvPr/>
          </p:nvSpPr>
          <p:spPr>
            <a:xfrm>
              <a:off x="1710400" y="3087225"/>
              <a:ext cx="74050" cy="51400"/>
            </a:xfrm>
            <a:custGeom>
              <a:avLst/>
              <a:gdLst/>
              <a:ahLst/>
              <a:cxnLst/>
              <a:rect l="l" t="t" r="r" b="b"/>
              <a:pathLst>
                <a:path w="2962" h="2056" extrusionOk="0">
                  <a:moveTo>
                    <a:pt x="1491" y="0"/>
                  </a:moveTo>
                  <a:cubicBezTo>
                    <a:pt x="1342" y="0"/>
                    <a:pt x="1184" y="37"/>
                    <a:pt x="1021" y="121"/>
                  </a:cubicBezTo>
                  <a:cubicBezTo>
                    <a:pt x="0" y="619"/>
                    <a:pt x="563" y="2056"/>
                    <a:pt x="1479" y="2056"/>
                  </a:cubicBezTo>
                  <a:cubicBezTo>
                    <a:pt x="1625" y="2056"/>
                    <a:pt x="1781" y="2019"/>
                    <a:pt x="1941" y="1935"/>
                  </a:cubicBezTo>
                  <a:cubicBezTo>
                    <a:pt x="2961" y="1437"/>
                    <a:pt x="2418" y="0"/>
                    <a:pt x="1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0"/>
            <p:cNvSpPr/>
            <p:nvPr/>
          </p:nvSpPr>
          <p:spPr>
            <a:xfrm>
              <a:off x="1967350" y="2994900"/>
              <a:ext cx="58525" cy="54600"/>
            </a:xfrm>
            <a:custGeom>
              <a:avLst/>
              <a:gdLst/>
              <a:ahLst/>
              <a:cxnLst/>
              <a:rect l="l" t="t" r="r" b="b"/>
              <a:pathLst>
                <a:path w="2341" h="2184" extrusionOk="0">
                  <a:moveTo>
                    <a:pt x="1341" y="0"/>
                  </a:moveTo>
                  <a:cubicBezTo>
                    <a:pt x="1157" y="0"/>
                    <a:pt x="1000" y="27"/>
                    <a:pt x="815" y="132"/>
                  </a:cubicBezTo>
                  <a:cubicBezTo>
                    <a:pt x="737" y="158"/>
                    <a:pt x="658" y="211"/>
                    <a:pt x="579" y="237"/>
                  </a:cubicBezTo>
                  <a:cubicBezTo>
                    <a:pt x="447" y="316"/>
                    <a:pt x="342" y="395"/>
                    <a:pt x="263" y="500"/>
                  </a:cubicBezTo>
                  <a:cubicBezTo>
                    <a:pt x="158" y="605"/>
                    <a:pt x="105" y="710"/>
                    <a:pt x="53" y="842"/>
                  </a:cubicBezTo>
                  <a:cubicBezTo>
                    <a:pt x="26" y="973"/>
                    <a:pt x="0" y="1105"/>
                    <a:pt x="26" y="1236"/>
                  </a:cubicBezTo>
                  <a:cubicBezTo>
                    <a:pt x="26" y="1368"/>
                    <a:pt x="53" y="1499"/>
                    <a:pt x="132" y="1631"/>
                  </a:cubicBezTo>
                  <a:lnTo>
                    <a:pt x="289" y="1841"/>
                  </a:lnTo>
                  <a:cubicBezTo>
                    <a:pt x="395" y="1973"/>
                    <a:pt x="552" y="2078"/>
                    <a:pt x="737" y="2131"/>
                  </a:cubicBezTo>
                  <a:lnTo>
                    <a:pt x="973" y="2183"/>
                  </a:lnTo>
                  <a:cubicBezTo>
                    <a:pt x="1157" y="2183"/>
                    <a:pt x="1341" y="2157"/>
                    <a:pt x="1499" y="2078"/>
                  </a:cubicBezTo>
                  <a:cubicBezTo>
                    <a:pt x="1578" y="2025"/>
                    <a:pt x="1683" y="1999"/>
                    <a:pt x="1762" y="1946"/>
                  </a:cubicBezTo>
                  <a:cubicBezTo>
                    <a:pt x="1894" y="1894"/>
                    <a:pt x="1999" y="1815"/>
                    <a:pt x="2078" y="1683"/>
                  </a:cubicBezTo>
                  <a:cubicBezTo>
                    <a:pt x="2157" y="1605"/>
                    <a:pt x="2236" y="1473"/>
                    <a:pt x="2262" y="1342"/>
                  </a:cubicBezTo>
                  <a:cubicBezTo>
                    <a:pt x="2315" y="1236"/>
                    <a:pt x="2341" y="1105"/>
                    <a:pt x="2315" y="973"/>
                  </a:cubicBezTo>
                  <a:cubicBezTo>
                    <a:pt x="2315" y="816"/>
                    <a:pt x="2288" y="684"/>
                    <a:pt x="2209" y="579"/>
                  </a:cubicBezTo>
                  <a:lnTo>
                    <a:pt x="2052" y="342"/>
                  </a:lnTo>
                  <a:cubicBezTo>
                    <a:pt x="1920" y="211"/>
                    <a:pt x="1789" y="105"/>
                    <a:pt x="1604" y="53"/>
                  </a:cubicBezTo>
                  <a:lnTo>
                    <a:pt x="1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0"/>
            <p:cNvSpPr/>
            <p:nvPr/>
          </p:nvSpPr>
          <p:spPr>
            <a:xfrm>
              <a:off x="1824675" y="2811675"/>
              <a:ext cx="53275" cy="54625"/>
            </a:xfrm>
            <a:custGeom>
              <a:avLst/>
              <a:gdLst/>
              <a:ahLst/>
              <a:cxnLst/>
              <a:rect l="l" t="t" r="r" b="b"/>
              <a:pathLst>
                <a:path w="2131" h="2185" extrusionOk="0">
                  <a:moveTo>
                    <a:pt x="1137" y="1"/>
                  </a:moveTo>
                  <a:cubicBezTo>
                    <a:pt x="1082" y="1"/>
                    <a:pt x="1028" y="7"/>
                    <a:pt x="973" y="18"/>
                  </a:cubicBezTo>
                  <a:cubicBezTo>
                    <a:pt x="842" y="18"/>
                    <a:pt x="710" y="44"/>
                    <a:pt x="579" y="123"/>
                  </a:cubicBezTo>
                  <a:lnTo>
                    <a:pt x="342" y="281"/>
                  </a:lnTo>
                  <a:cubicBezTo>
                    <a:pt x="210" y="386"/>
                    <a:pt x="132" y="544"/>
                    <a:pt x="79" y="702"/>
                  </a:cubicBezTo>
                  <a:lnTo>
                    <a:pt x="26" y="965"/>
                  </a:lnTo>
                  <a:cubicBezTo>
                    <a:pt x="0" y="1149"/>
                    <a:pt x="53" y="1333"/>
                    <a:pt x="132" y="1491"/>
                  </a:cubicBezTo>
                  <a:cubicBezTo>
                    <a:pt x="158" y="1543"/>
                    <a:pt x="158" y="1570"/>
                    <a:pt x="184" y="1622"/>
                  </a:cubicBezTo>
                  <a:cubicBezTo>
                    <a:pt x="263" y="1754"/>
                    <a:pt x="342" y="1859"/>
                    <a:pt x="447" y="1938"/>
                  </a:cubicBezTo>
                  <a:cubicBezTo>
                    <a:pt x="552" y="2017"/>
                    <a:pt x="658" y="2096"/>
                    <a:pt x="789" y="2122"/>
                  </a:cubicBezTo>
                  <a:cubicBezTo>
                    <a:pt x="885" y="2160"/>
                    <a:pt x="982" y="2185"/>
                    <a:pt x="1078" y="2185"/>
                  </a:cubicBezTo>
                  <a:cubicBezTo>
                    <a:pt x="1113" y="2185"/>
                    <a:pt x="1148" y="2181"/>
                    <a:pt x="1184" y="2174"/>
                  </a:cubicBezTo>
                  <a:cubicBezTo>
                    <a:pt x="1315" y="2174"/>
                    <a:pt x="1447" y="2122"/>
                    <a:pt x="1578" y="2069"/>
                  </a:cubicBezTo>
                  <a:lnTo>
                    <a:pt x="1788" y="1911"/>
                  </a:lnTo>
                  <a:cubicBezTo>
                    <a:pt x="1920" y="1780"/>
                    <a:pt x="2025" y="1648"/>
                    <a:pt x="2078" y="1464"/>
                  </a:cubicBezTo>
                  <a:lnTo>
                    <a:pt x="2130" y="1201"/>
                  </a:lnTo>
                  <a:cubicBezTo>
                    <a:pt x="2130" y="1017"/>
                    <a:pt x="2104" y="859"/>
                    <a:pt x="2025" y="675"/>
                  </a:cubicBezTo>
                  <a:cubicBezTo>
                    <a:pt x="1999" y="649"/>
                    <a:pt x="1973" y="596"/>
                    <a:pt x="1946" y="570"/>
                  </a:cubicBezTo>
                  <a:cubicBezTo>
                    <a:pt x="1894" y="439"/>
                    <a:pt x="1815" y="333"/>
                    <a:pt x="1710" y="255"/>
                  </a:cubicBezTo>
                  <a:cubicBezTo>
                    <a:pt x="1604" y="149"/>
                    <a:pt x="1499" y="97"/>
                    <a:pt x="1368" y="44"/>
                  </a:cubicBezTo>
                  <a:cubicBezTo>
                    <a:pt x="1291" y="13"/>
                    <a:pt x="1214" y="1"/>
                    <a:pt x="1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0"/>
            <p:cNvSpPr/>
            <p:nvPr/>
          </p:nvSpPr>
          <p:spPr>
            <a:xfrm>
              <a:off x="1517600" y="2505275"/>
              <a:ext cx="56575" cy="52675"/>
            </a:xfrm>
            <a:custGeom>
              <a:avLst/>
              <a:gdLst/>
              <a:ahLst/>
              <a:cxnLst/>
              <a:rect l="l" t="t" r="r" b="b"/>
              <a:pathLst>
                <a:path w="2263" h="2107" extrusionOk="0">
                  <a:moveTo>
                    <a:pt x="1136" y="1"/>
                  </a:moveTo>
                  <a:cubicBezTo>
                    <a:pt x="1083" y="1"/>
                    <a:pt x="1028" y="7"/>
                    <a:pt x="974" y="18"/>
                  </a:cubicBezTo>
                  <a:cubicBezTo>
                    <a:pt x="816" y="18"/>
                    <a:pt x="685" y="44"/>
                    <a:pt x="579" y="123"/>
                  </a:cubicBezTo>
                  <a:cubicBezTo>
                    <a:pt x="448" y="176"/>
                    <a:pt x="343" y="255"/>
                    <a:pt x="264" y="360"/>
                  </a:cubicBezTo>
                  <a:cubicBezTo>
                    <a:pt x="159" y="465"/>
                    <a:pt x="106" y="570"/>
                    <a:pt x="53" y="702"/>
                  </a:cubicBezTo>
                  <a:lnTo>
                    <a:pt x="1" y="965"/>
                  </a:lnTo>
                  <a:cubicBezTo>
                    <a:pt x="1" y="1149"/>
                    <a:pt x="27" y="1307"/>
                    <a:pt x="132" y="1491"/>
                  </a:cubicBezTo>
                  <a:lnTo>
                    <a:pt x="290" y="1701"/>
                  </a:lnTo>
                  <a:cubicBezTo>
                    <a:pt x="395" y="1833"/>
                    <a:pt x="553" y="1938"/>
                    <a:pt x="711" y="1990"/>
                  </a:cubicBezTo>
                  <a:cubicBezTo>
                    <a:pt x="790" y="2017"/>
                    <a:pt x="842" y="2043"/>
                    <a:pt x="921" y="2069"/>
                  </a:cubicBezTo>
                  <a:cubicBezTo>
                    <a:pt x="996" y="2088"/>
                    <a:pt x="1083" y="2107"/>
                    <a:pt x="1175" y="2107"/>
                  </a:cubicBezTo>
                  <a:cubicBezTo>
                    <a:pt x="1213" y="2107"/>
                    <a:pt x="1251" y="2103"/>
                    <a:pt x="1290" y="2096"/>
                  </a:cubicBezTo>
                  <a:cubicBezTo>
                    <a:pt x="1447" y="2096"/>
                    <a:pt x="1579" y="2069"/>
                    <a:pt x="1684" y="1990"/>
                  </a:cubicBezTo>
                  <a:cubicBezTo>
                    <a:pt x="1816" y="1938"/>
                    <a:pt x="1921" y="1859"/>
                    <a:pt x="2000" y="1754"/>
                  </a:cubicBezTo>
                  <a:cubicBezTo>
                    <a:pt x="2105" y="1649"/>
                    <a:pt x="2157" y="1543"/>
                    <a:pt x="2210" y="1412"/>
                  </a:cubicBezTo>
                  <a:lnTo>
                    <a:pt x="2263" y="1149"/>
                  </a:lnTo>
                  <a:cubicBezTo>
                    <a:pt x="2263" y="965"/>
                    <a:pt x="2236" y="781"/>
                    <a:pt x="2131" y="623"/>
                  </a:cubicBezTo>
                  <a:lnTo>
                    <a:pt x="1973" y="386"/>
                  </a:lnTo>
                  <a:cubicBezTo>
                    <a:pt x="1868" y="255"/>
                    <a:pt x="1710" y="176"/>
                    <a:pt x="1553" y="123"/>
                  </a:cubicBezTo>
                  <a:cubicBezTo>
                    <a:pt x="1474" y="97"/>
                    <a:pt x="1421" y="71"/>
                    <a:pt x="1342" y="44"/>
                  </a:cubicBezTo>
                  <a:cubicBezTo>
                    <a:pt x="1281" y="13"/>
                    <a:pt x="1210" y="1"/>
                    <a:pt x="1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0"/>
            <p:cNvSpPr/>
            <p:nvPr/>
          </p:nvSpPr>
          <p:spPr>
            <a:xfrm>
              <a:off x="1301950" y="2097750"/>
              <a:ext cx="119025" cy="102450"/>
            </a:xfrm>
            <a:custGeom>
              <a:avLst/>
              <a:gdLst/>
              <a:ahLst/>
              <a:cxnLst/>
              <a:rect l="l" t="t" r="r" b="b"/>
              <a:pathLst>
                <a:path w="4761" h="4098" extrusionOk="0">
                  <a:moveTo>
                    <a:pt x="2358" y="0"/>
                  </a:moveTo>
                  <a:cubicBezTo>
                    <a:pt x="2054" y="0"/>
                    <a:pt x="1744" y="71"/>
                    <a:pt x="1447" y="223"/>
                  </a:cubicBezTo>
                  <a:cubicBezTo>
                    <a:pt x="500" y="697"/>
                    <a:pt x="0" y="2012"/>
                    <a:pt x="553" y="2985"/>
                  </a:cubicBezTo>
                  <a:cubicBezTo>
                    <a:pt x="948" y="3662"/>
                    <a:pt x="1666" y="4097"/>
                    <a:pt x="2419" y="4097"/>
                  </a:cubicBezTo>
                  <a:cubicBezTo>
                    <a:pt x="2718" y="4097"/>
                    <a:pt x="3023" y="4029"/>
                    <a:pt x="3314" y="3879"/>
                  </a:cubicBezTo>
                  <a:cubicBezTo>
                    <a:pt x="4261" y="3379"/>
                    <a:pt x="4761" y="2091"/>
                    <a:pt x="4208" y="1118"/>
                  </a:cubicBezTo>
                  <a:cubicBezTo>
                    <a:pt x="3816" y="426"/>
                    <a:pt x="3105" y="0"/>
                    <a:pt x="2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0"/>
            <p:cNvSpPr/>
            <p:nvPr/>
          </p:nvSpPr>
          <p:spPr>
            <a:xfrm>
              <a:off x="1124425" y="1976525"/>
              <a:ext cx="119025" cy="102150"/>
            </a:xfrm>
            <a:custGeom>
              <a:avLst/>
              <a:gdLst/>
              <a:ahLst/>
              <a:cxnLst/>
              <a:rect l="l" t="t" r="r" b="b"/>
              <a:pathLst>
                <a:path w="4761" h="4086" extrusionOk="0">
                  <a:moveTo>
                    <a:pt x="2333" y="1"/>
                  </a:moveTo>
                  <a:cubicBezTo>
                    <a:pt x="2037" y="1"/>
                    <a:pt x="1736" y="66"/>
                    <a:pt x="1447" y="207"/>
                  </a:cubicBezTo>
                  <a:cubicBezTo>
                    <a:pt x="500" y="707"/>
                    <a:pt x="0" y="2022"/>
                    <a:pt x="553" y="2968"/>
                  </a:cubicBezTo>
                  <a:cubicBezTo>
                    <a:pt x="945" y="3660"/>
                    <a:pt x="1656" y="4086"/>
                    <a:pt x="2403" y="4086"/>
                  </a:cubicBezTo>
                  <a:cubicBezTo>
                    <a:pt x="2707" y="4086"/>
                    <a:pt x="3017" y="4015"/>
                    <a:pt x="3314" y="3863"/>
                  </a:cubicBezTo>
                  <a:lnTo>
                    <a:pt x="3314" y="3889"/>
                  </a:lnTo>
                  <a:cubicBezTo>
                    <a:pt x="4261" y="3389"/>
                    <a:pt x="4761" y="2074"/>
                    <a:pt x="4208" y="1127"/>
                  </a:cubicBezTo>
                  <a:cubicBezTo>
                    <a:pt x="3812" y="428"/>
                    <a:pt x="3089" y="1"/>
                    <a:pt x="2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0"/>
            <p:cNvSpPr/>
            <p:nvPr/>
          </p:nvSpPr>
          <p:spPr>
            <a:xfrm>
              <a:off x="930135" y="1790708"/>
              <a:ext cx="119050" cy="102575"/>
            </a:xfrm>
            <a:custGeom>
              <a:avLst/>
              <a:gdLst/>
              <a:ahLst/>
              <a:cxnLst/>
              <a:rect l="l" t="t" r="r" b="b"/>
              <a:pathLst>
                <a:path w="4762" h="4103" extrusionOk="0">
                  <a:moveTo>
                    <a:pt x="2359" y="0"/>
                  </a:moveTo>
                  <a:cubicBezTo>
                    <a:pt x="2055" y="0"/>
                    <a:pt x="1744" y="71"/>
                    <a:pt x="1447" y="223"/>
                  </a:cubicBezTo>
                  <a:cubicBezTo>
                    <a:pt x="501" y="697"/>
                    <a:pt x="1" y="2012"/>
                    <a:pt x="553" y="2985"/>
                  </a:cubicBezTo>
                  <a:cubicBezTo>
                    <a:pt x="946" y="3676"/>
                    <a:pt x="1657" y="4102"/>
                    <a:pt x="2403" y="4102"/>
                  </a:cubicBezTo>
                  <a:cubicBezTo>
                    <a:pt x="2708" y="4102"/>
                    <a:pt x="3018" y="4031"/>
                    <a:pt x="3315" y="3879"/>
                  </a:cubicBezTo>
                  <a:cubicBezTo>
                    <a:pt x="4262" y="3406"/>
                    <a:pt x="4761" y="2091"/>
                    <a:pt x="4209" y="1118"/>
                  </a:cubicBezTo>
                  <a:cubicBezTo>
                    <a:pt x="3817" y="426"/>
                    <a:pt x="3106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/>
            <p:cNvSpPr/>
            <p:nvPr/>
          </p:nvSpPr>
          <p:spPr>
            <a:xfrm>
              <a:off x="1390044" y="2766753"/>
              <a:ext cx="119050" cy="102450"/>
            </a:xfrm>
            <a:custGeom>
              <a:avLst/>
              <a:gdLst/>
              <a:ahLst/>
              <a:cxnLst/>
              <a:rect l="l" t="t" r="r" b="b"/>
              <a:pathLst>
                <a:path w="4762" h="4098" extrusionOk="0">
                  <a:moveTo>
                    <a:pt x="2364" y="0"/>
                  </a:moveTo>
                  <a:cubicBezTo>
                    <a:pt x="2057" y="0"/>
                    <a:pt x="1744" y="71"/>
                    <a:pt x="1447" y="224"/>
                  </a:cubicBezTo>
                  <a:cubicBezTo>
                    <a:pt x="501" y="697"/>
                    <a:pt x="1" y="2012"/>
                    <a:pt x="553" y="2985"/>
                  </a:cubicBezTo>
                  <a:cubicBezTo>
                    <a:pt x="948" y="3662"/>
                    <a:pt x="1667" y="4098"/>
                    <a:pt x="2419" y="4098"/>
                  </a:cubicBezTo>
                  <a:cubicBezTo>
                    <a:pt x="2718" y="4098"/>
                    <a:pt x="3023" y="4029"/>
                    <a:pt x="3315" y="3879"/>
                  </a:cubicBezTo>
                  <a:cubicBezTo>
                    <a:pt x="4262" y="3380"/>
                    <a:pt x="4761" y="2091"/>
                    <a:pt x="4209" y="1118"/>
                  </a:cubicBezTo>
                  <a:cubicBezTo>
                    <a:pt x="3835" y="426"/>
                    <a:pt x="3116" y="0"/>
                    <a:pt x="23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/>
            <p:cNvSpPr/>
            <p:nvPr/>
          </p:nvSpPr>
          <p:spPr>
            <a:xfrm>
              <a:off x="1668175" y="2770675"/>
              <a:ext cx="107200" cy="104700"/>
            </a:xfrm>
            <a:custGeom>
              <a:avLst/>
              <a:gdLst/>
              <a:ahLst/>
              <a:cxnLst/>
              <a:rect l="l" t="t" r="r" b="b"/>
              <a:pathLst>
                <a:path w="4288" h="4188" extrusionOk="0">
                  <a:moveTo>
                    <a:pt x="2341" y="1"/>
                  </a:moveTo>
                  <a:cubicBezTo>
                    <a:pt x="1973" y="1"/>
                    <a:pt x="1605" y="54"/>
                    <a:pt x="1289" y="238"/>
                  </a:cubicBezTo>
                  <a:cubicBezTo>
                    <a:pt x="1237" y="264"/>
                    <a:pt x="1184" y="264"/>
                    <a:pt x="1158" y="290"/>
                  </a:cubicBezTo>
                  <a:cubicBezTo>
                    <a:pt x="895" y="422"/>
                    <a:pt x="684" y="580"/>
                    <a:pt x="527" y="816"/>
                  </a:cubicBezTo>
                  <a:cubicBezTo>
                    <a:pt x="343" y="1000"/>
                    <a:pt x="211" y="1237"/>
                    <a:pt x="132" y="1500"/>
                  </a:cubicBezTo>
                  <a:cubicBezTo>
                    <a:pt x="27" y="1737"/>
                    <a:pt x="1" y="2000"/>
                    <a:pt x="53" y="2263"/>
                  </a:cubicBezTo>
                  <a:cubicBezTo>
                    <a:pt x="53" y="2552"/>
                    <a:pt x="106" y="2815"/>
                    <a:pt x="264" y="3052"/>
                  </a:cubicBezTo>
                  <a:cubicBezTo>
                    <a:pt x="369" y="3210"/>
                    <a:pt x="448" y="3367"/>
                    <a:pt x="553" y="3499"/>
                  </a:cubicBezTo>
                  <a:cubicBezTo>
                    <a:pt x="816" y="3788"/>
                    <a:pt x="1105" y="3972"/>
                    <a:pt x="1447" y="4077"/>
                  </a:cubicBezTo>
                  <a:cubicBezTo>
                    <a:pt x="1605" y="4104"/>
                    <a:pt x="1789" y="4156"/>
                    <a:pt x="1947" y="4183"/>
                  </a:cubicBezTo>
                  <a:cubicBezTo>
                    <a:pt x="1996" y="4186"/>
                    <a:pt x="2045" y="4188"/>
                    <a:pt x="2092" y="4188"/>
                  </a:cubicBezTo>
                  <a:cubicBezTo>
                    <a:pt x="2426" y="4188"/>
                    <a:pt x="2723" y="4107"/>
                    <a:pt x="2999" y="3946"/>
                  </a:cubicBezTo>
                  <a:cubicBezTo>
                    <a:pt x="3051" y="3946"/>
                    <a:pt x="3104" y="3920"/>
                    <a:pt x="3130" y="3893"/>
                  </a:cubicBezTo>
                  <a:cubicBezTo>
                    <a:pt x="3393" y="3762"/>
                    <a:pt x="3604" y="3604"/>
                    <a:pt x="3762" y="3367"/>
                  </a:cubicBezTo>
                  <a:cubicBezTo>
                    <a:pt x="3946" y="3183"/>
                    <a:pt x="4077" y="2973"/>
                    <a:pt x="4156" y="2710"/>
                  </a:cubicBezTo>
                  <a:cubicBezTo>
                    <a:pt x="4261" y="2447"/>
                    <a:pt x="4288" y="2184"/>
                    <a:pt x="4235" y="1921"/>
                  </a:cubicBezTo>
                  <a:cubicBezTo>
                    <a:pt x="4235" y="1632"/>
                    <a:pt x="4182" y="1369"/>
                    <a:pt x="4051" y="1132"/>
                  </a:cubicBezTo>
                  <a:cubicBezTo>
                    <a:pt x="3946" y="974"/>
                    <a:pt x="3840" y="816"/>
                    <a:pt x="3735" y="685"/>
                  </a:cubicBezTo>
                  <a:cubicBezTo>
                    <a:pt x="3472" y="422"/>
                    <a:pt x="3183" y="238"/>
                    <a:pt x="2841" y="106"/>
                  </a:cubicBezTo>
                  <a:cubicBezTo>
                    <a:pt x="2683" y="80"/>
                    <a:pt x="2499" y="54"/>
                    <a:pt x="23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0"/>
            <p:cNvSpPr/>
            <p:nvPr/>
          </p:nvSpPr>
          <p:spPr>
            <a:xfrm>
              <a:off x="1820050" y="3030750"/>
              <a:ext cx="118375" cy="102450"/>
            </a:xfrm>
            <a:custGeom>
              <a:avLst/>
              <a:gdLst/>
              <a:ahLst/>
              <a:cxnLst/>
              <a:rect l="l" t="t" r="r" b="b"/>
              <a:pathLst>
                <a:path w="4735" h="4098" extrusionOk="0">
                  <a:moveTo>
                    <a:pt x="2359" y="0"/>
                  </a:moveTo>
                  <a:cubicBezTo>
                    <a:pt x="2055" y="0"/>
                    <a:pt x="1744" y="71"/>
                    <a:pt x="1447" y="223"/>
                  </a:cubicBezTo>
                  <a:cubicBezTo>
                    <a:pt x="474" y="697"/>
                    <a:pt x="1" y="2012"/>
                    <a:pt x="553" y="2985"/>
                  </a:cubicBezTo>
                  <a:cubicBezTo>
                    <a:pt x="930" y="3662"/>
                    <a:pt x="1643" y="4097"/>
                    <a:pt x="2394" y="4097"/>
                  </a:cubicBezTo>
                  <a:cubicBezTo>
                    <a:pt x="2692" y="4097"/>
                    <a:pt x="2997" y="4028"/>
                    <a:pt x="3288" y="3879"/>
                  </a:cubicBezTo>
                  <a:cubicBezTo>
                    <a:pt x="4262" y="3379"/>
                    <a:pt x="4735" y="2090"/>
                    <a:pt x="4209" y="1117"/>
                  </a:cubicBezTo>
                  <a:cubicBezTo>
                    <a:pt x="3817" y="426"/>
                    <a:pt x="3106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0"/>
            <p:cNvSpPr/>
            <p:nvPr/>
          </p:nvSpPr>
          <p:spPr>
            <a:xfrm>
              <a:off x="1542013" y="2933978"/>
              <a:ext cx="119050" cy="102150"/>
            </a:xfrm>
            <a:custGeom>
              <a:avLst/>
              <a:gdLst/>
              <a:ahLst/>
              <a:cxnLst/>
              <a:rect l="l" t="t" r="r" b="b"/>
              <a:pathLst>
                <a:path w="4762" h="4086" extrusionOk="0">
                  <a:moveTo>
                    <a:pt x="2333" y="1"/>
                  </a:moveTo>
                  <a:cubicBezTo>
                    <a:pt x="2037" y="1"/>
                    <a:pt x="1736" y="66"/>
                    <a:pt x="1447" y="207"/>
                  </a:cubicBezTo>
                  <a:cubicBezTo>
                    <a:pt x="500" y="707"/>
                    <a:pt x="1" y="2022"/>
                    <a:pt x="553" y="2969"/>
                  </a:cubicBezTo>
                  <a:cubicBezTo>
                    <a:pt x="945" y="3660"/>
                    <a:pt x="1656" y="4086"/>
                    <a:pt x="2403" y="4086"/>
                  </a:cubicBezTo>
                  <a:cubicBezTo>
                    <a:pt x="2707" y="4086"/>
                    <a:pt x="3018" y="4015"/>
                    <a:pt x="3315" y="3863"/>
                  </a:cubicBezTo>
                  <a:cubicBezTo>
                    <a:pt x="4261" y="3389"/>
                    <a:pt x="4761" y="2074"/>
                    <a:pt x="4209" y="1128"/>
                  </a:cubicBezTo>
                  <a:cubicBezTo>
                    <a:pt x="3812" y="428"/>
                    <a:pt x="3089" y="1"/>
                    <a:pt x="2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/>
            <p:cNvSpPr/>
            <p:nvPr/>
          </p:nvSpPr>
          <p:spPr>
            <a:xfrm>
              <a:off x="1349950" y="2466150"/>
              <a:ext cx="107200" cy="104150"/>
            </a:xfrm>
            <a:custGeom>
              <a:avLst/>
              <a:gdLst/>
              <a:ahLst/>
              <a:cxnLst/>
              <a:rect l="l" t="t" r="r" b="b"/>
              <a:pathLst>
                <a:path w="4288" h="4166" extrusionOk="0">
                  <a:moveTo>
                    <a:pt x="2176" y="0"/>
                  </a:moveTo>
                  <a:cubicBezTo>
                    <a:pt x="1860" y="0"/>
                    <a:pt x="1561" y="78"/>
                    <a:pt x="1263" y="215"/>
                  </a:cubicBezTo>
                  <a:cubicBezTo>
                    <a:pt x="1236" y="242"/>
                    <a:pt x="1184" y="268"/>
                    <a:pt x="1158" y="294"/>
                  </a:cubicBezTo>
                  <a:cubicBezTo>
                    <a:pt x="895" y="399"/>
                    <a:pt x="684" y="584"/>
                    <a:pt x="526" y="794"/>
                  </a:cubicBezTo>
                  <a:cubicBezTo>
                    <a:pt x="342" y="978"/>
                    <a:pt x="211" y="1215"/>
                    <a:pt x="132" y="1478"/>
                  </a:cubicBezTo>
                  <a:cubicBezTo>
                    <a:pt x="27" y="1741"/>
                    <a:pt x="0" y="2004"/>
                    <a:pt x="53" y="2267"/>
                  </a:cubicBezTo>
                  <a:cubicBezTo>
                    <a:pt x="53" y="2530"/>
                    <a:pt x="106" y="2793"/>
                    <a:pt x="237" y="3056"/>
                  </a:cubicBezTo>
                  <a:cubicBezTo>
                    <a:pt x="342" y="3187"/>
                    <a:pt x="447" y="3345"/>
                    <a:pt x="553" y="3503"/>
                  </a:cubicBezTo>
                  <a:cubicBezTo>
                    <a:pt x="789" y="3766"/>
                    <a:pt x="1105" y="3950"/>
                    <a:pt x="1447" y="4081"/>
                  </a:cubicBezTo>
                  <a:cubicBezTo>
                    <a:pt x="1605" y="4108"/>
                    <a:pt x="1789" y="4134"/>
                    <a:pt x="1947" y="4160"/>
                  </a:cubicBezTo>
                  <a:cubicBezTo>
                    <a:pt x="1993" y="4164"/>
                    <a:pt x="2040" y="4165"/>
                    <a:pt x="2087" y="4165"/>
                  </a:cubicBezTo>
                  <a:cubicBezTo>
                    <a:pt x="2407" y="4165"/>
                    <a:pt x="2723" y="4088"/>
                    <a:pt x="2999" y="3950"/>
                  </a:cubicBezTo>
                  <a:cubicBezTo>
                    <a:pt x="3051" y="3924"/>
                    <a:pt x="3077" y="3897"/>
                    <a:pt x="3130" y="3871"/>
                  </a:cubicBezTo>
                  <a:cubicBezTo>
                    <a:pt x="3393" y="3766"/>
                    <a:pt x="3603" y="3582"/>
                    <a:pt x="3761" y="3371"/>
                  </a:cubicBezTo>
                  <a:cubicBezTo>
                    <a:pt x="3945" y="3187"/>
                    <a:pt x="4077" y="2951"/>
                    <a:pt x="4156" y="2688"/>
                  </a:cubicBezTo>
                  <a:cubicBezTo>
                    <a:pt x="4261" y="2425"/>
                    <a:pt x="4287" y="2162"/>
                    <a:pt x="4235" y="1899"/>
                  </a:cubicBezTo>
                  <a:cubicBezTo>
                    <a:pt x="4235" y="1636"/>
                    <a:pt x="4182" y="1373"/>
                    <a:pt x="4024" y="1110"/>
                  </a:cubicBezTo>
                  <a:cubicBezTo>
                    <a:pt x="3919" y="978"/>
                    <a:pt x="3814" y="820"/>
                    <a:pt x="3735" y="662"/>
                  </a:cubicBezTo>
                  <a:cubicBezTo>
                    <a:pt x="3472" y="399"/>
                    <a:pt x="3183" y="215"/>
                    <a:pt x="2841" y="110"/>
                  </a:cubicBezTo>
                  <a:cubicBezTo>
                    <a:pt x="2657" y="58"/>
                    <a:pt x="2499" y="31"/>
                    <a:pt x="2315" y="5"/>
                  </a:cubicBezTo>
                  <a:cubicBezTo>
                    <a:pt x="2268" y="2"/>
                    <a:pt x="2222" y="0"/>
                    <a:pt x="21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/>
            <p:cNvSpPr/>
            <p:nvPr/>
          </p:nvSpPr>
          <p:spPr>
            <a:xfrm>
              <a:off x="1145475" y="1725675"/>
              <a:ext cx="42100" cy="40375"/>
            </a:xfrm>
            <a:custGeom>
              <a:avLst/>
              <a:gdLst/>
              <a:ahLst/>
              <a:cxnLst/>
              <a:rect l="l" t="t" r="r" b="b"/>
              <a:pathLst>
                <a:path w="1684" h="1615" extrusionOk="0">
                  <a:moveTo>
                    <a:pt x="848" y="0"/>
                  </a:moveTo>
                  <a:cubicBezTo>
                    <a:pt x="750" y="0"/>
                    <a:pt x="651" y="30"/>
                    <a:pt x="552" y="89"/>
                  </a:cubicBezTo>
                  <a:cubicBezTo>
                    <a:pt x="500" y="115"/>
                    <a:pt x="473" y="115"/>
                    <a:pt x="421" y="142"/>
                  </a:cubicBezTo>
                  <a:cubicBezTo>
                    <a:pt x="316" y="194"/>
                    <a:pt x="237" y="247"/>
                    <a:pt x="184" y="352"/>
                  </a:cubicBezTo>
                  <a:cubicBezTo>
                    <a:pt x="105" y="405"/>
                    <a:pt x="79" y="484"/>
                    <a:pt x="53" y="589"/>
                  </a:cubicBezTo>
                  <a:cubicBezTo>
                    <a:pt x="0" y="694"/>
                    <a:pt x="0" y="799"/>
                    <a:pt x="0" y="878"/>
                  </a:cubicBezTo>
                  <a:cubicBezTo>
                    <a:pt x="0" y="983"/>
                    <a:pt x="26" y="1088"/>
                    <a:pt x="79" y="1194"/>
                  </a:cubicBezTo>
                  <a:cubicBezTo>
                    <a:pt x="132" y="1246"/>
                    <a:pt x="158" y="1299"/>
                    <a:pt x="210" y="1351"/>
                  </a:cubicBezTo>
                  <a:cubicBezTo>
                    <a:pt x="289" y="1457"/>
                    <a:pt x="395" y="1536"/>
                    <a:pt x="526" y="1562"/>
                  </a:cubicBezTo>
                  <a:cubicBezTo>
                    <a:pt x="605" y="1588"/>
                    <a:pt x="658" y="1588"/>
                    <a:pt x="736" y="1614"/>
                  </a:cubicBezTo>
                  <a:cubicBezTo>
                    <a:pt x="868" y="1614"/>
                    <a:pt x="999" y="1588"/>
                    <a:pt x="1131" y="1536"/>
                  </a:cubicBezTo>
                  <a:cubicBezTo>
                    <a:pt x="1157" y="1509"/>
                    <a:pt x="1210" y="1483"/>
                    <a:pt x="1262" y="1457"/>
                  </a:cubicBezTo>
                  <a:cubicBezTo>
                    <a:pt x="1341" y="1404"/>
                    <a:pt x="1420" y="1351"/>
                    <a:pt x="1473" y="1273"/>
                  </a:cubicBezTo>
                  <a:cubicBezTo>
                    <a:pt x="1552" y="1194"/>
                    <a:pt x="1604" y="1115"/>
                    <a:pt x="1631" y="1010"/>
                  </a:cubicBezTo>
                  <a:cubicBezTo>
                    <a:pt x="1657" y="904"/>
                    <a:pt x="1683" y="825"/>
                    <a:pt x="1657" y="720"/>
                  </a:cubicBezTo>
                  <a:cubicBezTo>
                    <a:pt x="1657" y="615"/>
                    <a:pt x="1631" y="510"/>
                    <a:pt x="1578" y="431"/>
                  </a:cubicBezTo>
                  <a:cubicBezTo>
                    <a:pt x="1552" y="378"/>
                    <a:pt x="1499" y="299"/>
                    <a:pt x="1473" y="247"/>
                  </a:cubicBezTo>
                  <a:cubicBezTo>
                    <a:pt x="1368" y="142"/>
                    <a:pt x="1262" y="89"/>
                    <a:pt x="1131" y="36"/>
                  </a:cubicBezTo>
                  <a:cubicBezTo>
                    <a:pt x="1078" y="36"/>
                    <a:pt x="999" y="10"/>
                    <a:pt x="947" y="10"/>
                  </a:cubicBezTo>
                  <a:cubicBezTo>
                    <a:pt x="914" y="4"/>
                    <a:pt x="881" y="0"/>
                    <a:pt x="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/>
            <p:cNvSpPr/>
            <p:nvPr/>
          </p:nvSpPr>
          <p:spPr>
            <a:xfrm>
              <a:off x="947550" y="1618750"/>
              <a:ext cx="42100" cy="40125"/>
            </a:xfrm>
            <a:custGeom>
              <a:avLst/>
              <a:gdLst/>
              <a:ahLst/>
              <a:cxnLst/>
              <a:rect l="l" t="t" r="r" b="b"/>
              <a:pathLst>
                <a:path w="1684" h="1605" extrusionOk="0">
                  <a:moveTo>
                    <a:pt x="948" y="0"/>
                  </a:moveTo>
                  <a:cubicBezTo>
                    <a:pt x="816" y="0"/>
                    <a:pt x="685" y="27"/>
                    <a:pt x="553" y="79"/>
                  </a:cubicBezTo>
                  <a:cubicBezTo>
                    <a:pt x="500" y="105"/>
                    <a:pt x="474" y="132"/>
                    <a:pt x="422" y="158"/>
                  </a:cubicBezTo>
                  <a:cubicBezTo>
                    <a:pt x="316" y="184"/>
                    <a:pt x="237" y="263"/>
                    <a:pt x="185" y="342"/>
                  </a:cubicBezTo>
                  <a:cubicBezTo>
                    <a:pt x="106" y="421"/>
                    <a:pt x="80" y="500"/>
                    <a:pt x="53" y="605"/>
                  </a:cubicBezTo>
                  <a:cubicBezTo>
                    <a:pt x="1" y="684"/>
                    <a:pt x="1" y="789"/>
                    <a:pt x="1" y="894"/>
                  </a:cubicBezTo>
                  <a:cubicBezTo>
                    <a:pt x="1" y="1000"/>
                    <a:pt x="27" y="1079"/>
                    <a:pt x="80" y="1184"/>
                  </a:cubicBezTo>
                  <a:cubicBezTo>
                    <a:pt x="132" y="1236"/>
                    <a:pt x="159" y="1289"/>
                    <a:pt x="211" y="1342"/>
                  </a:cubicBezTo>
                  <a:cubicBezTo>
                    <a:pt x="290" y="1447"/>
                    <a:pt x="395" y="1526"/>
                    <a:pt x="527" y="1578"/>
                  </a:cubicBezTo>
                  <a:cubicBezTo>
                    <a:pt x="606" y="1578"/>
                    <a:pt x="658" y="1578"/>
                    <a:pt x="737" y="1605"/>
                  </a:cubicBezTo>
                  <a:cubicBezTo>
                    <a:pt x="869" y="1605"/>
                    <a:pt x="1000" y="1578"/>
                    <a:pt x="1132" y="1526"/>
                  </a:cubicBezTo>
                  <a:cubicBezTo>
                    <a:pt x="1158" y="1499"/>
                    <a:pt x="1211" y="1473"/>
                    <a:pt x="1263" y="1447"/>
                  </a:cubicBezTo>
                  <a:cubicBezTo>
                    <a:pt x="1342" y="1420"/>
                    <a:pt x="1421" y="1342"/>
                    <a:pt x="1474" y="1263"/>
                  </a:cubicBezTo>
                  <a:cubicBezTo>
                    <a:pt x="1552" y="1184"/>
                    <a:pt x="1605" y="1105"/>
                    <a:pt x="1631" y="1000"/>
                  </a:cubicBezTo>
                  <a:cubicBezTo>
                    <a:pt x="1658" y="921"/>
                    <a:pt x="1684" y="816"/>
                    <a:pt x="1658" y="710"/>
                  </a:cubicBezTo>
                  <a:cubicBezTo>
                    <a:pt x="1658" y="605"/>
                    <a:pt x="1631" y="526"/>
                    <a:pt x="1579" y="421"/>
                  </a:cubicBezTo>
                  <a:cubicBezTo>
                    <a:pt x="1552" y="368"/>
                    <a:pt x="1500" y="316"/>
                    <a:pt x="1474" y="263"/>
                  </a:cubicBezTo>
                  <a:cubicBezTo>
                    <a:pt x="1368" y="158"/>
                    <a:pt x="1263" y="79"/>
                    <a:pt x="1132" y="27"/>
                  </a:cubicBezTo>
                  <a:cubicBezTo>
                    <a:pt x="1079" y="27"/>
                    <a:pt x="1000" y="27"/>
                    <a:pt x="9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/>
            <p:cNvSpPr/>
            <p:nvPr/>
          </p:nvSpPr>
          <p:spPr>
            <a:xfrm>
              <a:off x="1238525" y="1926875"/>
              <a:ext cx="55775" cy="38650"/>
            </a:xfrm>
            <a:custGeom>
              <a:avLst/>
              <a:gdLst/>
              <a:ahLst/>
              <a:cxnLst/>
              <a:rect l="l" t="t" r="r" b="b"/>
              <a:pathLst>
                <a:path w="2231" h="1546" extrusionOk="0">
                  <a:moveTo>
                    <a:pt x="1104" y="0"/>
                  </a:moveTo>
                  <a:cubicBezTo>
                    <a:pt x="991" y="0"/>
                    <a:pt x="872" y="27"/>
                    <a:pt x="749" y="89"/>
                  </a:cubicBezTo>
                  <a:cubicBezTo>
                    <a:pt x="0" y="475"/>
                    <a:pt x="406" y="1545"/>
                    <a:pt x="1106" y="1545"/>
                  </a:cubicBezTo>
                  <a:cubicBezTo>
                    <a:pt x="1217" y="1545"/>
                    <a:pt x="1336" y="1518"/>
                    <a:pt x="1459" y="1456"/>
                  </a:cubicBezTo>
                  <a:cubicBezTo>
                    <a:pt x="2230" y="1071"/>
                    <a:pt x="1808" y="0"/>
                    <a:pt x="1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/>
            <p:cNvSpPr/>
            <p:nvPr/>
          </p:nvSpPr>
          <p:spPr>
            <a:xfrm>
              <a:off x="1127700" y="2155000"/>
              <a:ext cx="40150" cy="41700"/>
            </a:xfrm>
            <a:custGeom>
              <a:avLst/>
              <a:gdLst/>
              <a:ahLst/>
              <a:cxnLst/>
              <a:rect l="l" t="t" r="r" b="b"/>
              <a:pathLst>
                <a:path w="1606" h="1668" extrusionOk="0">
                  <a:moveTo>
                    <a:pt x="803" y="0"/>
                  </a:moveTo>
                  <a:cubicBezTo>
                    <a:pt x="773" y="0"/>
                    <a:pt x="742" y="3"/>
                    <a:pt x="711" y="11"/>
                  </a:cubicBezTo>
                  <a:cubicBezTo>
                    <a:pt x="606" y="11"/>
                    <a:pt x="527" y="37"/>
                    <a:pt x="422" y="90"/>
                  </a:cubicBezTo>
                  <a:cubicBezTo>
                    <a:pt x="369" y="116"/>
                    <a:pt x="317" y="169"/>
                    <a:pt x="238" y="195"/>
                  </a:cubicBezTo>
                  <a:cubicBezTo>
                    <a:pt x="159" y="300"/>
                    <a:pt x="80" y="406"/>
                    <a:pt x="27" y="537"/>
                  </a:cubicBezTo>
                  <a:cubicBezTo>
                    <a:pt x="27" y="590"/>
                    <a:pt x="1" y="669"/>
                    <a:pt x="1" y="721"/>
                  </a:cubicBezTo>
                  <a:cubicBezTo>
                    <a:pt x="1" y="853"/>
                    <a:pt x="27" y="984"/>
                    <a:pt x="80" y="1116"/>
                  </a:cubicBezTo>
                  <a:cubicBezTo>
                    <a:pt x="106" y="1168"/>
                    <a:pt x="132" y="1195"/>
                    <a:pt x="159" y="1247"/>
                  </a:cubicBezTo>
                  <a:cubicBezTo>
                    <a:pt x="185" y="1352"/>
                    <a:pt x="264" y="1431"/>
                    <a:pt x="343" y="1484"/>
                  </a:cubicBezTo>
                  <a:cubicBezTo>
                    <a:pt x="422" y="1563"/>
                    <a:pt x="501" y="1589"/>
                    <a:pt x="606" y="1615"/>
                  </a:cubicBezTo>
                  <a:cubicBezTo>
                    <a:pt x="685" y="1668"/>
                    <a:pt x="790" y="1668"/>
                    <a:pt x="895" y="1668"/>
                  </a:cubicBezTo>
                  <a:cubicBezTo>
                    <a:pt x="1000" y="1668"/>
                    <a:pt x="1079" y="1642"/>
                    <a:pt x="1184" y="1589"/>
                  </a:cubicBezTo>
                  <a:cubicBezTo>
                    <a:pt x="1237" y="1536"/>
                    <a:pt x="1290" y="1510"/>
                    <a:pt x="1342" y="1458"/>
                  </a:cubicBezTo>
                  <a:cubicBezTo>
                    <a:pt x="1447" y="1379"/>
                    <a:pt x="1526" y="1273"/>
                    <a:pt x="1579" y="1142"/>
                  </a:cubicBezTo>
                  <a:cubicBezTo>
                    <a:pt x="1579" y="1063"/>
                    <a:pt x="1579" y="1010"/>
                    <a:pt x="1605" y="932"/>
                  </a:cubicBezTo>
                  <a:cubicBezTo>
                    <a:pt x="1605" y="800"/>
                    <a:pt x="1579" y="669"/>
                    <a:pt x="1526" y="537"/>
                  </a:cubicBezTo>
                  <a:cubicBezTo>
                    <a:pt x="1500" y="511"/>
                    <a:pt x="1474" y="458"/>
                    <a:pt x="1447" y="406"/>
                  </a:cubicBezTo>
                  <a:cubicBezTo>
                    <a:pt x="1421" y="327"/>
                    <a:pt x="1342" y="248"/>
                    <a:pt x="1263" y="195"/>
                  </a:cubicBezTo>
                  <a:cubicBezTo>
                    <a:pt x="1184" y="116"/>
                    <a:pt x="1106" y="64"/>
                    <a:pt x="1000" y="37"/>
                  </a:cubicBezTo>
                  <a:cubicBezTo>
                    <a:pt x="945" y="19"/>
                    <a:pt x="876" y="0"/>
                    <a:pt x="8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/>
            <p:cNvSpPr/>
            <p:nvPr/>
          </p:nvSpPr>
          <p:spPr>
            <a:xfrm>
              <a:off x="1314125" y="2295075"/>
              <a:ext cx="55225" cy="38650"/>
            </a:xfrm>
            <a:custGeom>
              <a:avLst/>
              <a:gdLst/>
              <a:ahLst/>
              <a:cxnLst/>
              <a:rect l="l" t="t" r="r" b="b"/>
              <a:pathLst>
                <a:path w="2209" h="1546" extrusionOk="0">
                  <a:moveTo>
                    <a:pt x="1103" y="0"/>
                  </a:moveTo>
                  <a:cubicBezTo>
                    <a:pt x="991" y="0"/>
                    <a:pt x="872" y="27"/>
                    <a:pt x="750" y="89"/>
                  </a:cubicBezTo>
                  <a:cubicBezTo>
                    <a:pt x="1" y="475"/>
                    <a:pt x="407" y="1545"/>
                    <a:pt x="1106" y="1545"/>
                  </a:cubicBezTo>
                  <a:cubicBezTo>
                    <a:pt x="1218" y="1545"/>
                    <a:pt x="1337" y="1518"/>
                    <a:pt x="1460" y="1456"/>
                  </a:cubicBezTo>
                  <a:cubicBezTo>
                    <a:pt x="2208" y="1071"/>
                    <a:pt x="1802" y="0"/>
                    <a:pt x="1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/>
            <p:cNvSpPr/>
            <p:nvPr/>
          </p:nvSpPr>
          <p:spPr>
            <a:xfrm>
              <a:off x="1524500" y="2371350"/>
              <a:ext cx="55250" cy="39250"/>
            </a:xfrm>
            <a:custGeom>
              <a:avLst/>
              <a:gdLst/>
              <a:ahLst/>
              <a:cxnLst/>
              <a:rect l="l" t="t" r="r" b="b"/>
              <a:pathLst>
                <a:path w="2210" h="1570" extrusionOk="0">
                  <a:moveTo>
                    <a:pt x="1103" y="0"/>
                  </a:moveTo>
                  <a:cubicBezTo>
                    <a:pt x="992" y="0"/>
                    <a:pt x="873" y="27"/>
                    <a:pt x="751" y="89"/>
                  </a:cubicBezTo>
                  <a:cubicBezTo>
                    <a:pt x="0" y="475"/>
                    <a:pt x="410" y="1570"/>
                    <a:pt x="1113" y="1570"/>
                  </a:cubicBezTo>
                  <a:cubicBezTo>
                    <a:pt x="1223" y="1570"/>
                    <a:pt x="1340" y="1543"/>
                    <a:pt x="1461" y="1483"/>
                  </a:cubicBezTo>
                  <a:cubicBezTo>
                    <a:pt x="2209" y="1074"/>
                    <a:pt x="1803" y="0"/>
                    <a:pt x="1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/>
            <p:cNvSpPr/>
            <p:nvPr/>
          </p:nvSpPr>
          <p:spPr>
            <a:xfrm>
              <a:off x="1195775" y="2454850"/>
              <a:ext cx="55775" cy="38625"/>
            </a:xfrm>
            <a:custGeom>
              <a:avLst/>
              <a:gdLst/>
              <a:ahLst/>
              <a:cxnLst/>
              <a:rect l="l" t="t" r="r" b="b"/>
              <a:pathLst>
                <a:path w="2231" h="1545" extrusionOk="0">
                  <a:moveTo>
                    <a:pt x="1104" y="0"/>
                  </a:moveTo>
                  <a:cubicBezTo>
                    <a:pt x="992" y="0"/>
                    <a:pt x="872" y="27"/>
                    <a:pt x="750" y="89"/>
                  </a:cubicBezTo>
                  <a:cubicBezTo>
                    <a:pt x="1" y="474"/>
                    <a:pt x="407" y="1545"/>
                    <a:pt x="1106" y="1545"/>
                  </a:cubicBezTo>
                  <a:cubicBezTo>
                    <a:pt x="1218" y="1545"/>
                    <a:pt x="1337" y="1518"/>
                    <a:pt x="1460" y="1456"/>
                  </a:cubicBezTo>
                  <a:cubicBezTo>
                    <a:pt x="2231" y="1071"/>
                    <a:pt x="1809" y="0"/>
                    <a:pt x="1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/>
            <p:cNvSpPr/>
            <p:nvPr/>
          </p:nvSpPr>
          <p:spPr>
            <a:xfrm>
              <a:off x="1343725" y="2698775"/>
              <a:ext cx="55200" cy="38650"/>
            </a:xfrm>
            <a:custGeom>
              <a:avLst/>
              <a:gdLst/>
              <a:ahLst/>
              <a:cxnLst/>
              <a:rect l="l" t="t" r="r" b="b"/>
              <a:pathLst>
                <a:path w="2208" h="1546" extrusionOk="0">
                  <a:moveTo>
                    <a:pt x="1102" y="0"/>
                  </a:moveTo>
                  <a:cubicBezTo>
                    <a:pt x="991" y="0"/>
                    <a:pt x="872" y="28"/>
                    <a:pt x="749" y="89"/>
                  </a:cubicBezTo>
                  <a:cubicBezTo>
                    <a:pt x="0" y="475"/>
                    <a:pt x="406" y="1545"/>
                    <a:pt x="1106" y="1545"/>
                  </a:cubicBezTo>
                  <a:cubicBezTo>
                    <a:pt x="1217" y="1545"/>
                    <a:pt x="1336" y="1518"/>
                    <a:pt x="1459" y="1457"/>
                  </a:cubicBezTo>
                  <a:cubicBezTo>
                    <a:pt x="2208" y="1071"/>
                    <a:pt x="1802" y="0"/>
                    <a:pt x="1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/>
            <p:cNvSpPr/>
            <p:nvPr/>
          </p:nvSpPr>
          <p:spPr>
            <a:xfrm>
              <a:off x="1538650" y="2773725"/>
              <a:ext cx="42100" cy="40375"/>
            </a:xfrm>
            <a:custGeom>
              <a:avLst/>
              <a:gdLst/>
              <a:ahLst/>
              <a:cxnLst/>
              <a:rect l="l" t="t" r="r" b="b"/>
              <a:pathLst>
                <a:path w="1684" h="1615" extrusionOk="0">
                  <a:moveTo>
                    <a:pt x="834" y="1"/>
                  </a:moveTo>
                  <a:cubicBezTo>
                    <a:pt x="725" y="1"/>
                    <a:pt x="632" y="30"/>
                    <a:pt x="553" y="89"/>
                  </a:cubicBezTo>
                  <a:cubicBezTo>
                    <a:pt x="500" y="116"/>
                    <a:pt x="448" y="116"/>
                    <a:pt x="421" y="142"/>
                  </a:cubicBezTo>
                  <a:cubicBezTo>
                    <a:pt x="316" y="195"/>
                    <a:pt x="237" y="247"/>
                    <a:pt x="185" y="352"/>
                  </a:cubicBezTo>
                  <a:cubicBezTo>
                    <a:pt x="106" y="405"/>
                    <a:pt x="53" y="510"/>
                    <a:pt x="27" y="589"/>
                  </a:cubicBezTo>
                  <a:cubicBezTo>
                    <a:pt x="0" y="694"/>
                    <a:pt x="0" y="799"/>
                    <a:pt x="0" y="878"/>
                  </a:cubicBezTo>
                  <a:cubicBezTo>
                    <a:pt x="0" y="984"/>
                    <a:pt x="27" y="1089"/>
                    <a:pt x="79" y="1194"/>
                  </a:cubicBezTo>
                  <a:cubicBezTo>
                    <a:pt x="132" y="1247"/>
                    <a:pt x="158" y="1299"/>
                    <a:pt x="211" y="1352"/>
                  </a:cubicBezTo>
                  <a:cubicBezTo>
                    <a:pt x="290" y="1457"/>
                    <a:pt x="395" y="1536"/>
                    <a:pt x="526" y="1562"/>
                  </a:cubicBezTo>
                  <a:cubicBezTo>
                    <a:pt x="605" y="1588"/>
                    <a:pt x="658" y="1588"/>
                    <a:pt x="737" y="1615"/>
                  </a:cubicBezTo>
                  <a:cubicBezTo>
                    <a:pt x="868" y="1615"/>
                    <a:pt x="1000" y="1588"/>
                    <a:pt x="1105" y="1536"/>
                  </a:cubicBezTo>
                  <a:cubicBezTo>
                    <a:pt x="1158" y="1510"/>
                    <a:pt x="1210" y="1483"/>
                    <a:pt x="1237" y="1457"/>
                  </a:cubicBezTo>
                  <a:cubicBezTo>
                    <a:pt x="1342" y="1404"/>
                    <a:pt x="1421" y="1352"/>
                    <a:pt x="1473" y="1273"/>
                  </a:cubicBezTo>
                  <a:cubicBezTo>
                    <a:pt x="1552" y="1194"/>
                    <a:pt x="1605" y="1115"/>
                    <a:pt x="1631" y="1010"/>
                  </a:cubicBezTo>
                  <a:cubicBezTo>
                    <a:pt x="1657" y="905"/>
                    <a:pt x="1684" y="826"/>
                    <a:pt x="1657" y="721"/>
                  </a:cubicBezTo>
                  <a:cubicBezTo>
                    <a:pt x="1657" y="615"/>
                    <a:pt x="1631" y="510"/>
                    <a:pt x="1578" y="431"/>
                  </a:cubicBezTo>
                  <a:cubicBezTo>
                    <a:pt x="1552" y="379"/>
                    <a:pt x="1500" y="300"/>
                    <a:pt x="1473" y="247"/>
                  </a:cubicBezTo>
                  <a:cubicBezTo>
                    <a:pt x="1368" y="142"/>
                    <a:pt x="1263" y="89"/>
                    <a:pt x="1131" y="37"/>
                  </a:cubicBezTo>
                  <a:cubicBezTo>
                    <a:pt x="1079" y="37"/>
                    <a:pt x="1000" y="10"/>
                    <a:pt x="947" y="10"/>
                  </a:cubicBezTo>
                  <a:cubicBezTo>
                    <a:pt x="908" y="4"/>
                    <a:pt x="870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/>
            <p:cNvSpPr/>
            <p:nvPr/>
          </p:nvSpPr>
          <p:spPr>
            <a:xfrm>
              <a:off x="1530550" y="2651425"/>
              <a:ext cx="55775" cy="38650"/>
            </a:xfrm>
            <a:custGeom>
              <a:avLst/>
              <a:gdLst/>
              <a:ahLst/>
              <a:cxnLst/>
              <a:rect l="l" t="t" r="r" b="b"/>
              <a:pathLst>
                <a:path w="2231" h="1546" extrusionOk="0">
                  <a:moveTo>
                    <a:pt x="1125" y="1"/>
                  </a:moveTo>
                  <a:cubicBezTo>
                    <a:pt x="1013" y="1"/>
                    <a:pt x="894" y="28"/>
                    <a:pt x="772" y="89"/>
                  </a:cubicBezTo>
                  <a:cubicBezTo>
                    <a:pt x="0" y="475"/>
                    <a:pt x="423" y="1546"/>
                    <a:pt x="1127" y="1546"/>
                  </a:cubicBezTo>
                  <a:cubicBezTo>
                    <a:pt x="1239" y="1546"/>
                    <a:pt x="1359" y="1519"/>
                    <a:pt x="1482" y="1457"/>
                  </a:cubicBezTo>
                  <a:cubicBezTo>
                    <a:pt x="2230" y="1071"/>
                    <a:pt x="1824" y="1"/>
                    <a:pt x="1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/>
            <p:cNvSpPr/>
            <p:nvPr/>
          </p:nvSpPr>
          <p:spPr>
            <a:xfrm>
              <a:off x="1635950" y="2590250"/>
              <a:ext cx="40150" cy="41725"/>
            </a:xfrm>
            <a:custGeom>
              <a:avLst/>
              <a:gdLst/>
              <a:ahLst/>
              <a:cxnLst/>
              <a:rect l="l" t="t" r="r" b="b"/>
              <a:pathLst>
                <a:path w="1606" h="1669" extrusionOk="0">
                  <a:moveTo>
                    <a:pt x="803" y="1"/>
                  </a:moveTo>
                  <a:cubicBezTo>
                    <a:pt x="773" y="1"/>
                    <a:pt x="742" y="4"/>
                    <a:pt x="711" y="12"/>
                  </a:cubicBezTo>
                  <a:cubicBezTo>
                    <a:pt x="606" y="12"/>
                    <a:pt x="527" y="38"/>
                    <a:pt x="422" y="91"/>
                  </a:cubicBezTo>
                  <a:cubicBezTo>
                    <a:pt x="369" y="117"/>
                    <a:pt x="317" y="169"/>
                    <a:pt x="264" y="196"/>
                  </a:cubicBezTo>
                  <a:cubicBezTo>
                    <a:pt x="159" y="301"/>
                    <a:pt x="80" y="406"/>
                    <a:pt x="27" y="538"/>
                  </a:cubicBezTo>
                  <a:cubicBezTo>
                    <a:pt x="27" y="590"/>
                    <a:pt x="27" y="669"/>
                    <a:pt x="1" y="722"/>
                  </a:cubicBezTo>
                  <a:cubicBezTo>
                    <a:pt x="1" y="880"/>
                    <a:pt x="27" y="985"/>
                    <a:pt x="80" y="1116"/>
                  </a:cubicBezTo>
                  <a:cubicBezTo>
                    <a:pt x="106" y="1169"/>
                    <a:pt x="132" y="1195"/>
                    <a:pt x="159" y="1248"/>
                  </a:cubicBezTo>
                  <a:cubicBezTo>
                    <a:pt x="185" y="1353"/>
                    <a:pt x="264" y="1432"/>
                    <a:pt x="343" y="1484"/>
                  </a:cubicBezTo>
                  <a:cubicBezTo>
                    <a:pt x="422" y="1563"/>
                    <a:pt x="501" y="1616"/>
                    <a:pt x="606" y="1642"/>
                  </a:cubicBezTo>
                  <a:cubicBezTo>
                    <a:pt x="685" y="1669"/>
                    <a:pt x="790" y="1669"/>
                    <a:pt x="895" y="1669"/>
                  </a:cubicBezTo>
                  <a:cubicBezTo>
                    <a:pt x="1000" y="1669"/>
                    <a:pt x="1079" y="1642"/>
                    <a:pt x="1184" y="1590"/>
                  </a:cubicBezTo>
                  <a:cubicBezTo>
                    <a:pt x="1237" y="1537"/>
                    <a:pt x="1290" y="1511"/>
                    <a:pt x="1369" y="1458"/>
                  </a:cubicBezTo>
                  <a:cubicBezTo>
                    <a:pt x="1447" y="1379"/>
                    <a:pt x="1526" y="1274"/>
                    <a:pt x="1579" y="1143"/>
                  </a:cubicBezTo>
                  <a:cubicBezTo>
                    <a:pt x="1579" y="1064"/>
                    <a:pt x="1605" y="1011"/>
                    <a:pt x="1605" y="932"/>
                  </a:cubicBezTo>
                  <a:cubicBezTo>
                    <a:pt x="1605" y="801"/>
                    <a:pt x="1579" y="669"/>
                    <a:pt x="1526" y="538"/>
                  </a:cubicBezTo>
                  <a:cubicBezTo>
                    <a:pt x="1500" y="511"/>
                    <a:pt x="1474" y="459"/>
                    <a:pt x="1447" y="432"/>
                  </a:cubicBezTo>
                  <a:cubicBezTo>
                    <a:pt x="1421" y="327"/>
                    <a:pt x="1342" y="248"/>
                    <a:pt x="1263" y="196"/>
                  </a:cubicBezTo>
                  <a:cubicBezTo>
                    <a:pt x="1184" y="117"/>
                    <a:pt x="1106" y="64"/>
                    <a:pt x="1000" y="38"/>
                  </a:cubicBezTo>
                  <a:cubicBezTo>
                    <a:pt x="945" y="19"/>
                    <a:pt x="876" y="1"/>
                    <a:pt x="8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/>
            <p:cNvSpPr/>
            <p:nvPr/>
          </p:nvSpPr>
          <p:spPr>
            <a:xfrm>
              <a:off x="1858625" y="2935475"/>
              <a:ext cx="55700" cy="38650"/>
            </a:xfrm>
            <a:custGeom>
              <a:avLst/>
              <a:gdLst/>
              <a:ahLst/>
              <a:cxnLst/>
              <a:rect l="l" t="t" r="r" b="b"/>
              <a:pathLst>
                <a:path w="2228" h="1546" extrusionOk="0">
                  <a:moveTo>
                    <a:pt x="1117" y="0"/>
                  </a:moveTo>
                  <a:cubicBezTo>
                    <a:pt x="1008" y="0"/>
                    <a:pt x="892" y="28"/>
                    <a:pt x="772" y="89"/>
                  </a:cubicBezTo>
                  <a:cubicBezTo>
                    <a:pt x="1" y="475"/>
                    <a:pt x="423" y="1545"/>
                    <a:pt x="1111" y="1545"/>
                  </a:cubicBezTo>
                  <a:cubicBezTo>
                    <a:pt x="1221" y="1545"/>
                    <a:pt x="1337" y="1518"/>
                    <a:pt x="1456" y="1457"/>
                  </a:cubicBezTo>
                  <a:cubicBezTo>
                    <a:pt x="2227" y="1071"/>
                    <a:pt x="1805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/>
            <p:cNvSpPr/>
            <p:nvPr/>
          </p:nvSpPr>
          <p:spPr>
            <a:xfrm>
              <a:off x="1663575" y="2922575"/>
              <a:ext cx="40125" cy="43000"/>
            </a:xfrm>
            <a:custGeom>
              <a:avLst/>
              <a:gdLst/>
              <a:ahLst/>
              <a:cxnLst/>
              <a:rect l="l" t="t" r="r" b="b"/>
              <a:pathLst>
                <a:path w="1605" h="1720" extrusionOk="0">
                  <a:moveTo>
                    <a:pt x="895" y="0"/>
                  </a:moveTo>
                  <a:cubicBezTo>
                    <a:pt x="737" y="0"/>
                    <a:pt x="605" y="0"/>
                    <a:pt x="500" y="79"/>
                  </a:cubicBezTo>
                  <a:cubicBezTo>
                    <a:pt x="421" y="105"/>
                    <a:pt x="369" y="158"/>
                    <a:pt x="316" y="184"/>
                  </a:cubicBezTo>
                  <a:cubicBezTo>
                    <a:pt x="211" y="290"/>
                    <a:pt x="158" y="395"/>
                    <a:pt x="106" y="526"/>
                  </a:cubicBezTo>
                  <a:cubicBezTo>
                    <a:pt x="79" y="579"/>
                    <a:pt x="53" y="658"/>
                    <a:pt x="53" y="710"/>
                  </a:cubicBezTo>
                  <a:cubicBezTo>
                    <a:pt x="1" y="816"/>
                    <a:pt x="1" y="894"/>
                    <a:pt x="1" y="1000"/>
                  </a:cubicBezTo>
                  <a:cubicBezTo>
                    <a:pt x="1" y="1105"/>
                    <a:pt x="27" y="1210"/>
                    <a:pt x="79" y="1289"/>
                  </a:cubicBezTo>
                  <a:cubicBezTo>
                    <a:pt x="132" y="1394"/>
                    <a:pt x="185" y="1473"/>
                    <a:pt x="290" y="1526"/>
                  </a:cubicBezTo>
                  <a:cubicBezTo>
                    <a:pt x="342" y="1605"/>
                    <a:pt x="448" y="1657"/>
                    <a:pt x="527" y="1683"/>
                  </a:cubicBezTo>
                  <a:cubicBezTo>
                    <a:pt x="605" y="1683"/>
                    <a:pt x="658" y="1710"/>
                    <a:pt x="737" y="1710"/>
                  </a:cubicBezTo>
                  <a:cubicBezTo>
                    <a:pt x="770" y="1716"/>
                    <a:pt x="803" y="1720"/>
                    <a:pt x="836" y="1720"/>
                  </a:cubicBezTo>
                  <a:cubicBezTo>
                    <a:pt x="934" y="1720"/>
                    <a:pt x="1033" y="1690"/>
                    <a:pt x="1131" y="1631"/>
                  </a:cubicBezTo>
                  <a:cubicBezTo>
                    <a:pt x="1184" y="1605"/>
                    <a:pt x="1237" y="1552"/>
                    <a:pt x="1289" y="1526"/>
                  </a:cubicBezTo>
                  <a:cubicBezTo>
                    <a:pt x="1394" y="1420"/>
                    <a:pt x="1473" y="1315"/>
                    <a:pt x="1500" y="1184"/>
                  </a:cubicBezTo>
                  <a:cubicBezTo>
                    <a:pt x="1526" y="1131"/>
                    <a:pt x="1552" y="1052"/>
                    <a:pt x="1579" y="1000"/>
                  </a:cubicBezTo>
                  <a:cubicBezTo>
                    <a:pt x="1605" y="894"/>
                    <a:pt x="1605" y="816"/>
                    <a:pt x="1605" y="710"/>
                  </a:cubicBezTo>
                  <a:cubicBezTo>
                    <a:pt x="1605" y="605"/>
                    <a:pt x="1579" y="500"/>
                    <a:pt x="1526" y="421"/>
                  </a:cubicBezTo>
                  <a:cubicBezTo>
                    <a:pt x="1473" y="316"/>
                    <a:pt x="1421" y="237"/>
                    <a:pt x="1342" y="184"/>
                  </a:cubicBezTo>
                  <a:cubicBezTo>
                    <a:pt x="1263" y="105"/>
                    <a:pt x="1184" y="53"/>
                    <a:pt x="1079" y="27"/>
                  </a:cubicBezTo>
                  <a:cubicBezTo>
                    <a:pt x="1000" y="27"/>
                    <a:pt x="947" y="0"/>
                    <a:pt x="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/>
            <p:cNvSpPr/>
            <p:nvPr/>
          </p:nvSpPr>
          <p:spPr>
            <a:xfrm>
              <a:off x="1668525" y="3007825"/>
              <a:ext cx="55250" cy="39275"/>
            </a:xfrm>
            <a:custGeom>
              <a:avLst/>
              <a:gdLst/>
              <a:ahLst/>
              <a:cxnLst/>
              <a:rect l="l" t="t" r="r" b="b"/>
              <a:pathLst>
                <a:path w="2210" h="1571" extrusionOk="0">
                  <a:moveTo>
                    <a:pt x="1097" y="1"/>
                  </a:moveTo>
                  <a:cubicBezTo>
                    <a:pt x="987" y="1"/>
                    <a:pt x="870" y="28"/>
                    <a:pt x="749" y="88"/>
                  </a:cubicBezTo>
                  <a:cubicBezTo>
                    <a:pt x="1" y="497"/>
                    <a:pt x="407" y="1571"/>
                    <a:pt x="1107" y="1571"/>
                  </a:cubicBezTo>
                  <a:cubicBezTo>
                    <a:pt x="1218" y="1571"/>
                    <a:pt x="1337" y="1543"/>
                    <a:pt x="1459" y="1482"/>
                  </a:cubicBezTo>
                  <a:cubicBezTo>
                    <a:pt x="2210" y="1095"/>
                    <a:pt x="1800" y="1"/>
                    <a:pt x="1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0"/>
            <p:cNvSpPr/>
            <p:nvPr/>
          </p:nvSpPr>
          <p:spPr>
            <a:xfrm>
              <a:off x="2860875" y="2293925"/>
              <a:ext cx="552325" cy="136850"/>
            </a:xfrm>
            <a:custGeom>
              <a:avLst/>
              <a:gdLst/>
              <a:ahLst/>
              <a:cxnLst/>
              <a:rect l="l" t="t" r="r" b="b"/>
              <a:pathLst>
                <a:path w="22093" h="5474" extrusionOk="0">
                  <a:moveTo>
                    <a:pt x="363" y="1"/>
                  </a:moveTo>
                  <a:cubicBezTo>
                    <a:pt x="242" y="1"/>
                    <a:pt x="122" y="2"/>
                    <a:pt x="1" y="3"/>
                  </a:cubicBezTo>
                  <a:cubicBezTo>
                    <a:pt x="474" y="30"/>
                    <a:pt x="948" y="56"/>
                    <a:pt x="1421" y="109"/>
                  </a:cubicBezTo>
                  <a:cubicBezTo>
                    <a:pt x="8522" y="871"/>
                    <a:pt x="15360" y="3186"/>
                    <a:pt x="22093" y="5474"/>
                  </a:cubicBezTo>
                  <a:cubicBezTo>
                    <a:pt x="18569" y="3975"/>
                    <a:pt x="14966" y="2712"/>
                    <a:pt x="11284" y="1713"/>
                  </a:cubicBezTo>
                  <a:cubicBezTo>
                    <a:pt x="7718" y="771"/>
                    <a:pt x="4054" y="1"/>
                    <a:pt x="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5" name="Google Shape;1585;p50"/>
          <p:cNvGrpSpPr/>
          <p:nvPr/>
        </p:nvGrpSpPr>
        <p:grpSpPr>
          <a:xfrm flipH="1">
            <a:off x="6659132" y="3312067"/>
            <a:ext cx="767167" cy="834676"/>
            <a:chOff x="4449500" y="2056400"/>
            <a:chExt cx="2948375" cy="3207825"/>
          </a:xfrm>
        </p:grpSpPr>
        <p:sp>
          <p:nvSpPr>
            <p:cNvPr id="1586" name="Google Shape;1586;p50"/>
            <p:cNvSpPr/>
            <p:nvPr/>
          </p:nvSpPr>
          <p:spPr>
            <a:xfrm>
              <a:off x="5743150" y="4415250"/>
              <a:ext cx="799400" cy="848975"/>
            </a:xfrm>
            <a:custGeom>
              <a:avLst/>
              <a:gdLst/>
              <a:ahLst/>
              <a:cxnLst/>
              <a:rect l="l" t="t" r="r" b="b"/>
              <a:pathLst>
                <a:path w="31976" h="33959" extrusionOk="0">
                  <a:moveTo>
                    <a:pt x="31975" y="1"/>
                  </a:moveTo>
                  <a:cubicBezTo>
                    <a:pt x="31975" y="1"/>
                    <a:pt x="18332" y="2719"/>
                    <a:pt x="14336" y="6049"/>
                  </a:cubicBezTo>
                  <a:cubicBezTo>
                    <a:pt x="10339" y="9353"/>
                    <a:pt x="4370" y="14576"/>
                    <a:pt x="2185" y="18866"/>
                  </a:cubicBezTo>
                  <a:cubicBezTo>
                    <a:pt x="0" y="23182"/>
                    <a:pt x="5969" y="31789"/>
                    <a:pt x="9140" y="33361"/>
                  </a:cubicBezTo>
                  <a:cubicBezTo>
                    <a:pt x="9881" y="33735"/>
                    <a:pt x="10759" y="33959"/>
                    <a:pt x="11735" y="33959"/>
                  </a:cubicBezTo>
                  <a:cubicBezTo>
                    <a:pt x="14933" y="33959"/>
                    <a:pt x="19194" y="31558"/>
                    <a:pt x="23235" y="24168"/>
                  </a:cubicBezTo>
                  <a:cubicBezTo>
                    <a:pt x="28538" y="14496"/>
                    <a:pt x="31975" y="1"/>
                    <a:pt x="31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4653325" y="2508750"/>
              <a:ext cx="820725" cy="1342975"/>
            </a:xfrm>
            <a:custGeom>
              <a:avLst/>
              <a:gdLst/>
              <a:ahLst/>
              <a:cxnLst/>
              <a:rect l="l" t="t" r="r" b="b"/>
              <a:pathLst>
                <a:path w="32829" h="53719" extrusionOk="0">
                  <a:moveTo>
                    <a:pt x="28885" y="0"/>
                  </a:moveTo>
                  <a:lnTo>
                    <a:pt x="28885" y="0"/>
                  </a:lnTo>
                  <a:cubicBezTo>
                    <a:pt x="32349" y="4557"/>
                    <a:pt x="28059" y="7914"/>
                    <a:pt x="23422" y="10446"/>
                  </a:cubicBezTo>
                  <a:cubicBezTo>
                    <a:pt x="18120" y="13297"/>
                    <a:pt x="12684" y="13616"/>
                    <a:pt x="6342" y="25074"/>
                  </a:cubicBezTo>
                  <a:cubicBezTo>
                    <a:pt x="1" y="36558"/>
                    <a:pt x="4077" y="43806"/>
                    <a:pt x="5889" y="46364"/>
                  </a:cubicBezTo>
                  <a:cubicBezTo>
                    <a:pt x="7269" y="48317"/>
                    <a:pt x="8802" y="51287"/>
                    <a:pt x="8498" y="53560"/>
                  </a:cubicBezTo>
                  <a:lnTo>
                    <a:pt x="8498" y="53560"/>
                  </a:lnTo>
                  <a:cubicBezTo>
                    <a:pt x="12552" y="27446"/>
                    <a:pt x="32615" y="20973"/>
                    <a:pt x="32775" y="9087"/>
                  </a:cubicBezTo>
                  <a:cubicBezTo>
                    <a:pt x="32828" y="5090"/>
                    <a:pt x="31150" y="2132"/>
                    <a:pt x="28885" y="0"/>
                  </a:cubicBezTo>
                  <a:close/>
                  <a:moveTo>
                    <a:pt x="8498" y="53560"/>
                  </a:moveTo>
                  <a:lnTo>
                    <a:pt x="8498" y="53560"/>
                  </a:lnTo>
                  <a:cubicBezTo>
                    <a:pt x="8490" y="53613"/>
                    <a:pt x="8482" y="53666"/>
                    <a:pt x="8474" y="53718"/>
                  </a:cubicBezTo>
                  <a:cubicBezTo>
                    <a:pt x="8483" y="53666"/>
                    <a:pt x="8491" y="53613"/>
                    <a:pt x="8498" y="535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0"/>
            <p:cNvSpPr/>
            <p:nvPr/>
          </p:nvSpPr>
          <p:spPr>
            <a:xfrm>
              <a:off x="4552075" y="2056400"/>
              <a:ext cx="2845800" cy="3062200"/>
            </a:xfrm>
            <a:custGeom>
              <a:avLst/>
              <a:gdLst/>
              <a:ahLst/>
              <a:cxnLst/>
              <a:rect l="l" t="t" r="r" b="b"/>
              <a:pathLst>
                <a:path w="113832" h="122488" extrusionOk="0">
                  <a:moveTo>
                    <a:pt x="3378" y="0"/>
                  </a:moveTo>
                  <a:cubicBezTo>
                    <a:pt x="3352" y="0"/>
                    <a:pt x="3328" y="1"/>
                    <a:pt x="3305" y="2"/>
                  </a:cubicBezTo>
                  <a:cubicBezTo>
                    <a:pt x="0" y="162"/>
                    <a:pt x="24595" y="10554"/>
                    <a:pt x="31096" y="16149"/>
                  </a:cubicBezTo>
                  <a:cubicBezTo>
                    <a:pt x="31869" y="16815"/>
                    <a:pt x="32482" y="17482"/>
                    <a:pt x="32961" y="18094"/>
                  </a:cubicBezTo>
                  <a:cubicBezTo>
                    <a:pt x="35200" y="20253"/>
                    <a:pt x="36878" y="23184"/>
                    <a:pt x="36825" y="27181"/>
                  </a:cubicBezTo>
                  <a:cubicBezTo>
                    <a:pt x="36665" y="39091"/>
                    <a:pt x="16521" y="45566"/>
                    <a:pt x="12524" y="71812"/>
                  </a:cubicBezTo>
                  <a:cubicBezTo>
                    <a:pt x="12391" y="72452"/>
                    <a:pt x="12124" y="73038"/>
                    <a:pt x="11618" y="73518"/>
                  </a:cubicBezTo>
                  <a:cubicBezTo>
                    <a:pt x="11334" y="73776"/>
                    <a:pt x="11000" y="73884"/>
                    <a:pt x="10665" y="73890"/>
                  </a:cubicBezTo>
                  <a:lnTo>
                    <a:pt x="10665" y="73890"/>
                  </a:lnTo>
                  <a:cubicBezTo>
                    <a:pt x="10663" y="73882"/>
                    <a:pt x="10661" y="73873"/>
                    <a:pt x="10659" y="73864"/>
                  </a:cubicBezTo>
                  <a:lnTo>
                    <a:pt x="10632" y="73891"/>
                  </a:lnTo>
                  <a:cubicBezTo>
                    <a:pt x="10643" y="73891"/>
                    <a:pt x="10654" y="73891"/>
                    <a:pt x="10665" y="73890"/>
                  </a:cubicBezTo>
                  <a:lnTo>
                    <a:pt x="10665" y="73890"/>
                  </a:lnTo>
                  <a:cubicBezTo>
                    <a:pt x="11411" y="77231"/>
                    <a:pt x="12655" y="84144"/>
                    <a:pt x="11991" y="92116"/>
                  </a:cubicBezTo>
                  <a:cubicBezTo>
                    <a:pt x="12349" y="91793"/>
                    <a:pt x="12671" y="91640"/>
                    <a:pt x="12966" y="91640"/>
                  </a:cubicBezTo>
                  <a:cubicBezTo>
                    <a:pt x="14273" y="91640"/>
                    <a:pt x="15028" y="94654"/>
                    <a:pt x="15855" y="99178"/>
                  </a:cubicBezTo>
                  <a:cubicBezTo>
                    <a:pt x="17001" y="105493"/>
                    <a:pt x="12817" y="117989"/>
                    <a:pt x="12417" y="121267"/>
                  </a:cubicBezTo>
                  <a:cubicBezTo>
                    <a:pt x="12391" y="121427"/>
                    <a:pt x="12790" y="121720"/>
                    <a:pt x="12790" y="121853"/>
                  </a:cubicBezTo>
                  <a:cubicBezTo>
                    <a:pt x="13101" y="122299"/>
                    <a:pt x="13892" y="122488"/>
                    <a:pt x="15056" y="122488"/>
                  </a:cubicBezTo>
                  <a:cubicBezTo>
                    <a:pt x="17090" y="122488"/>
                    <a:pt x="20264" y="121913"/>
                    <a:pt x="24008" y="121134"/>
                  </a:cubicBezTo>
                  <a:cubicBezTo>
                    <a:pt x="29897" y="119935"/>
                    <a:pt x="36585" y="117616"/>
                    <a:pt x="42634" y="112927"/>
                  </a:cubicBezTo>
                  <a:cubicBezTo>
                    <a:pt x="48682" y="108264"/>
                    <a:pt x="54784" y="108850"/>
                    <a:pt x="72903" y="100403"/>
                  </a:cubicBezTo>
                  <a:cubicBezTo>
                    <a:pt x="91023" y="91930"/>
                    <a:pt x="93447" y="87400"/>
                    <a:pt x="99469" y="81218"/>
                  </a:cubicBezTo>
                  <a:cubicBezTo>
                    <a:pt x="105518" y="75036"/>
                    <a:pt x="112313" y="72612"/>
                    <a:pt x="113059" y="71413"/>
                  </a:cubicBezTo>
                  <a:cubicBezTo>
                    <a:pt x="113832" y="70187"/>
                    <a:pt x="109435" y="69601"/>
                    <a:pt x="109435" y="69601"/>
                  </a:cubicBezTo>
                  <a:cubicBezTo>
                    <a:pt x="109435" y="69601"/>
                    <a:pt x="112286" y="64671"/>
                    <a:pt x="111407" y="64458"/>
                  </a:cubicBezTo>
                  <a:cubicBezTo>
                    <a:pt x="102640" y="62353"/>
                    <a:pt x="97524" y="58276"/>
                    <a:pt x="90863" y="44847"/>
                  </a:cubicBezTo>
                  <a:cubicBezTo>
                    <a:pt x="84228" y="31391"/>
                    <a:pt x="72610" y="24596"/>
                    <a:pt x="57209" y="17961"/>
                  </a:cubicBezTo>
                  <a:cubicBezTo>
                    <a:pt x="41914" y="11372"/>
                    <a:pt x="7120" y="0"/>
                    <a:pt x="3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0"/>
            <p:cNvSpPr/>
            <p:nvPr/>
          </p:nvSpPr>
          <p:spPr>
            <a:xfrm>
              <a:off x="4825200" y="3723125"/>
              <a:ext cx="2572000" cy="1395150"/>
            </a:xfrm>
            <a:custGeom>
              <a:avLst/>
              <a:gdLst/>
              <a:ahLst/>
              <a:cxnLst/>
              <a:rect l="l" t="t" r="r" b="b"/>
              <a:pathLst>
                <a:path w="102880" h="55806" extrusionOk="0">
                  <a:moveTo>
                    <a:pt x="42925" y="0"/>
                  </a:moveTo>
                  <a:cubicBezTo>
                    <a:pt x="29224" y="0"/>
                    <a:pt x="13959" y="2066"/>
                    <a:pt x="0" y="8474"/>
                  </a:cubicBezTo>
                  <a:cubicBezTo>
                    <a:pt x="746" y="12125"/>
                    <a:pt x="1652" y="18386"/>
                    <a:pt x="1066" y="25447"/>
                  </a:cubicBezTo>
                  <a:cubicBezTo>
                    <a:pt x="1424" y="25124"/>
                    <a:pt x="1746" y="24971"/>
                    <a:pt x="2041" y="24971"/>
                  </a:cubicBezTo>
                  <a:cubicBezTo>
                    <a:pt x="3348" y="24971"/>
                    <a:pt x="4103" y="27985"/>
                    <a:pt x="4930" y="32509"/>
                  </a:cubicBezTo>
                  <a:cubicBezTo>
                    <a:pt x="6076" y="38824"/>
                    <a:pt x="1892" y="51320"/>
                    <a:pt x="1466" y="54571"/>
                  </a:cubicBezTo>
                  <a:cubicBezTo>
                    <a:pt x="1466" y="54758"/>
                    <a:pt x="1865" y="55051"/>
                    <a:pt x="1865" y="55157"/>
                  </a:cubicBezTo>
                  <a:cubicBezTo>
                    <a:pt x="2177" y="55614"/>
                    <a:pt x="2970" y="55805"/>
                    <a:pt x="4138" y="55805"/>
                  </a:cubicBezTo>
                  <a:cubicBezTo>
                    <a:pt x="6172" y="55805"/>
                    <a:pt x="9343" y="55226"/>
                    <a:pt x="13083" y="54465"/>
                  </a:cubicBezTo>
                  <a:cubicBezTo>
                    <a:pt x="18972" y="53266"/>
                    <a:pt x="25660" y="50947"/>
                    <a:pt x="31709" y="46258"/>
                  </a:cubicBezTo>
                  <a:cubicBezTo>
                    <a:pt x="37731" y="41595"/>
                    <a:pt x="43859" y="42181"/>
                    <a:pt x="61978" y="33734"/>
                  </a:cubicBezTo>
                  <a:cubicBezTo>
                    <a:pt x="80098" y="25261"/>
                    <a:pt x="82522" y="20731"/>
                    <a:pt x="88544" y="14549"/>
                  </a:cubicBezTo>
                  <a:cubicBezTo>
                    <a:pt x="94593" y="8367"/>
                    <a:pt x="101388" y="5943"/>
                    <a:pt x="102134" y="4744"/>
                  </a:cubicBezTo>
                  <a:cubicBezTo>
                    <a:pt x="102880" y="3518"/>
                    <a:pt x="98510" y="2932"/>
                    <a:pt x="98510" y="2932"/>
                  </a:cubicBezTo>
                  <a:cubicBezTo>
                    <a:pt x="98510" y="2932"/>
                    <a:pt x="99256" y="1653"/>
                    <a:pt x="99869" y="374"/>
                  </a:cubicBezTo>
                  <a:lnTo>
                    <a:pt x="99869" y="374"/>
                  </a:lnTo>
                  <a:cubicBezTo>
                    <a:pt x="94621" y="2676"/>
                    <a:pt x="90598" y="3787"/>
                    <a:pt x="84637" y="3787"/>
                  </a:cubicBezTo>
                  <a:cubicBezTo>
                    <a:pt x="79974" y="3787"/>
                    <a:pt x="74125" y="3107"/>
                    <a:pt x="65576" y="1786"/>
                  </a:cubicBezTo>
                  <a:cubicBezTo>
                    <a:pt x="59039" y="767"/>
                    <a:pt x="51272" y="0"/>
                    <a:pt x="42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0"/>
            <p:cNvSpPr/>
            <p:nvPr/>
          </p:nvSpPr>
          <p:spPr>
            <a:xfrm>
              <a:off x="6637775" y="3958275"/>
              <a:ext cx="273825" cy="325775"/>
            </a:xfrm>
            <a:custGeom>
              <a:avLst/>
              <a:gdLst/>
              <a:ahLst/>
              <a:cxnLst/>
              <a:rect l="l" t="t" r="r" b="b"/>
              <a:pathLst>
                <a:path w="10953" h="13031" extrusionOk="0">
                  <a:moveTo>
                    <a:pt x="1" y="1"/>
                  </a:moveTo>
                  <a:cubicBezTo>
                    <a:pt x="827" y="7621"/>
                    <a:pt x="5783" y="11512"/>
                    <a:pt x="8287" y="13030"/>
                  </a:cubicBezTo>
                  <a:cubicBezTo>
                    <a:pt x="9273" y="12178"/>
                    <a:pt x="10126" y="11378"/>
                    <a:pt x="10952" y="10526"/>
                  </a:cubicBezTo>
                  <a:cubicBezTo>
                    <a:pt x="5250" y="8900"/>
                    <a:pt x="1360" y="2639"/>
                    <a:pt x="1066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0"/>
            <p:cNvSpPr/>
            <p:nvPr/>
          </p:nvSpPr>
          <p:spPr>
            <a:xfrm>
              <a:off x="4861175" y="2476775"/>
              <a:ext cx="1730000" cy="2656400"/>
            </a:xfrm>
            <a:custGeom>
              <a:avLst/>
              <a:gdLst/>
              <a:ahLst/>
              <a:cxnLst/>
              <a:rect l="l" t="t" r="r" b="b"/>
              <a:pathLst>
                <a:path w="69200" h="106256" extrusionOk="0">
                  <a:moveTo>
                    <a:pt x="42074" y="0"/>
                  </a:moveTo>
                  <a:lnTo>
                    <a:pt x="42074" y="0"/>
                  </a:lnTo>
                  <a:cubicBezTo>
                    <a:pt x="46923" y="4477"/>
                    <a:pt x="50361" y="8820"/>
                    <a:pt x="52119" y="12924"/>
                  </a:cubicBezTo>
                  <a:cubicBezTo>
                    <a:pt x="54997" y="19558"/>
                    <a:pt x="51213" y="36319"/>
                    <a:pt x="48362" y="42074"/>
                  </a:cubicBezTo>
                  <a:cubicBezTo>
                    <a:pt x="45485" y="47803"/>
                    <a:pt x="43966" y="57156"/>
                    <a:pt x="42927" y="64563"/>
                  </a:cubicBezTo>
                  <a:cubicBezTo>
                    <a:pt x="41861" y="71971"/>
                    <a:pt x="44579" y="77247"/>
                    <a:pt x="34453" y="86439"/>
                  </a:cubicBezTo>
                  <a:cubicBezTo>
                    <a:pt x="26300" y="93874"/>
                    <a:pt x="7141" y="101707"/>
                    <a:pt x="27" y="104452"/>
                  </a:cubicBezTo>
                  <a:cubicBezTo>
                    <a:pt x="27" y="104612"/>
                    <a:pt x="0" y="104745"/>
                    <a:pt x="0" y="104852"/>
                  </a:cubicBezTo>
                  <a:cubicBezTo>
                    <a:pt x="0" y="105879"/>
                    <a:pt x="1004" y="106256"/>
                    <a:pt x="2610" y="106256"/>
                  </a:cubicBezTo>
                  <a:cubicBezTo>
                    <a:pt x="4794" y="106256"/>
                    <a:pt x="8090" y="105558"/>
                    <a:pt x="11485" y="104852"/>
                  </a:cubicBezTo>
                  <a:cubicBezTo>
                    <a:pt x="17373" y="103653"/>
                    <a:pt x="24301" y="101228"/>
                    <a:pt x="30350" y="96565"/>
                  </a:cubicBezTo>
                  <a:cubicBezTo>
                    <a:pt x="33414" y="94193"/>
                    <a:pt x="36478" y="93047"/>
                    <a:pt x="41141" y="91395"/>
                  </a:cubicBezTo>
                  <a:cubicBezTo>
                    <a:pt x="45644" y="89797"/>
                    <a:pt x="50521" y="89397"/>
                    <a:pt x="60859" y="84281"/>
                  </a:cubicBezTo>
                  <a:cubicBezTo>
                    <a:pt x="62884" y="83268"/>
                    <a:pt x="64403" y="81723"/>
                    <a:pt x="66082" y="80870"/>
                  </a:cubicBezTo>
                  <a:cubicBezTo>
                    <a:pt x="66881" y="76714"/>
                    <a:pt x="67281" y="72610"/>
                    <a:pt x="67521" y="69386"/>
                  </a:cubicBezTo>
                  <a:cubicBezTo>
                    <a:pt x="67974" y="63204"/>
                    <a:pt x="69199" y="51560"/>
                    <a:pt x="68880" y="33015"/>
                  </a:cubicBezTo>
                  <a:cubicBezTo>
                    <a:pt x="68720" y="22783"/>
                    <a:pt x="64110" y="14283"/>
                    <a:pt x="60007" y="8740"/>
                  </a:cubicBezTo>
                  <a:cubicBezTo>
                    <a:pt x="55477" y="5969"/>
                    <a:pt x="50414" y="3544"/>
                    <a:pt x="44845" y="1146"/>
                  </a:cubicBezTo>
                  <a:cubicBezTo>
                    <a:pt x="43992" y="773"/>
                    <a:pt x="43060" y="400"/>
                    <a:pt x="42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0"/>
            <p:cNvSpPr/>
            <p:nvPr/>
          </p:nvSpPr>
          <p:spPr>
            <a:xfrm>
              <a:off x="4905800" y="2322900"/>
              <a:ext cx="963925" cy="2532700"/>
            </a:xfrm>
            <a:custGeom>
              <a:avLst/>
              <a:gdLst/>
              <a:ahLst/>
              <a:cxnLst/>
              <a:rect l="l" t="t" r="r" b="b"/>
              <a:pathLst>
                <a:path w="38557" h="101308" extrusionOk="0">
                  <a:moveTo>
                    <a:pt x="8234" y="0"/>
                  </a:moveTo>
                  <a:lnTo>
                    <a:pt x="8234" y="0"/>
                  </a:lnTo>
                  <a:cubicBezTo>
                    <a:pt x="11884" y="1999"/>
                    <a:pt x="15109" y="3944"/>
                    <a:pt x="16921" y="5489"/>
                  </a:cubicBezTo>
                  <a:cubicBezTo>
                    <a:pt x="17160" y="5702"/>
                    <a:pt x="17347" y="5889"/>
                    <a:pt x="17533" y="6076"/>
                  </a:cubicBezTo>
                  <a:cubicBezTo>
                    <a:pt x="34374" y="15828"/>
                    <a:pt x="22090" y="29284"/>
                    <a:pt x="16068" y="36905"/>
                  </a:cubicBezTo>
                  <a:cubicBezTo>
                    <a:pt x="9726" y="44898"/>
                    <a:pt x="5969" y="62565"/>
                    <a:pt x="2931" y="73729"/>
                  </a:cubicBezTo>
                  <a:cubicBezTo>
                    <a:pt x="2079" y="76873"/>
                    <a:pt x="1040" y="79644"/>
                    <a:pt x="0" y="82016"/>
                  </a:cubicBezTo>
                  <a:cubicBezTo>
                    <a:pt x="640" y="83268"/>
                    <a:pt x="1146" y="85586"/>
                    <a:pt x="1679" y="88518"/>
                  </a:cubicBezTo>
                  <a:cubicBezTo>
                    <a:pt x="2292" y="91848"/>
                    <a:pt x="1439" y="96831"/>
                    <a:pt x="427" y="101308"/>
                  </a:cubicBezTo>
                  <a:cubicBezTo>
                    <a:pt x="2772" y="99043"/>
                    <a:pt x="4903" y="96431"/>
                    <a:pt x="5969" y="93953"/>
                  </a:cubicBezTo>
                  <a:cubicBezTo>
                    <a:pt x="8527" y="87931"/>
                    <a:pt x="11245" y="84148"/>
                    <a:pt x="18493" y="73276"/>
                  </a:cubicBezTo>
                  <a:cubicBezTo>
                    <a:pt x="25740" y="62405"/>
                    <a:pt x="29657" y="51853"/>
                    <a:pt x="33148" y="40076"/>
                  </a:cubicBezTo>
                  <a:lnTo>
                    <a:pt x="33121" y="40076"/>
                  </a:lnTo>
                  <a:cubicBezTo>
                    <a:pt x="36612" y="28298"/>
                    <a:pt x="38557" y="18466"/>
                    <a:pt x="30110" y="10632"/>
                  </a:cubicBezTo>
                  <a:cubicBezTo>
                    <a:pt x="24301" y="5223"/>
                    <a:pt x="14069" y="1706"/>
                    <a:pt x="82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0"/>
            <p:cNvSpPr/>
            <p:nvPr/>
          </p:nvSpPr>
          <p:spPr>
            <a:xfrm>
              <a:off x="4449500" y="3738150"/>
              <a:ext cx="419025" cy="1007450"/>
            </a:xfrm>
            <a:custGeom>
              <a:avLst/>
              <a:gdLst/>
              <a:ahLst/>
              <a:cxnLst/>
              <a:rect l="l" t="t" r="r" b="b"/>
              <a:pathLst>
                <a:path w="16761" h="40298" extrusionOk="0">
                  <a:moveTo>
                    <a:pt x="6707" y="1"/>
                  </a:moveTo>
                  <a:cubicBezTo>
                    <a:pt x="4788" y="1"/>
                    <a:pt x="1467" y="3921"/>
                    <a:pt x="773" y="15147"/>
                  </a:cubicBezTo>
                  <a:cubicBezTo>
                    <a:pt x="0" y="27245"/>
                    <a:pt x="5303" y="38116"/>
                    <a:pt x="6955" y="40061"/>
                  </a:cubicBezTo>
                  <a:cubicBezTo>
                    <a:pt x="7090" y="40222"/>
                    <a:pt x="7236" y="40298"/>
                    <a:pt x="7392" y="40298"/>
                  </a:cubicBezTo>
                  <a:cubicBezTo>
                    <a:pt x="9148" y="40298"/>
                    <a:pt x="12173" y="30780"/>
                    <a:pt x="14815" y="26498"/>
                  </a:cubicBezTo>
                  <a:cubicBezTo>
                    <a:pt x="15295" y="25726"/>
                    <a:pt x="15694" y="25193"/>
                    <a:pt x="16094" y="24846"/>
                  </a:cubicBezTo>
                  <a:cubicBezTo>
                    <a:pt x="16760" y="16879"/>
                    <a:pt x="15508" y="9925"/>
                    <a:pt x="14735" y="6621"/>
                  </a:cubicBezTo>
                  <a:cubicBezTo>
                    <a:pt x="12337" y="6514"/>
                    <a:pt x="8687" y="599"/>
                    <a:pt x="7114" y="66"/>
                  </a:cubicBezTo>
                  <a:cubicBezTo>
                    <a:pt x="6988" y="23"/>
                    <a:pt x="6852" y="1"/>
                    <a:pt x="67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0"/>
            <p:cNvSpPr/>
            <p:nvPr/>
          </p:nvSpPr>
          <p:spPr>
            <a:xfrm>
              <a:off x="6752350" y="3492650"/>
              <a:ext cx="204525" cy="204525"/>
            </a:xfrm>
            <a:custGeom>
              <a:avLst/>
              <a:gdLst/>
              <a:ahLst/>
              <a:cxnLst/>
              <a:rect l="l" t="t" r="r" b="b"/>
              <a:pathLst>
                <a:path w="8181" h="8181" extrusionOk="0">
                  <a:moveTo>
                    <a:pt x="4104" y="0"/>
                  </a:moveTo>
                  <a:cubicBezTo>
                    <a:pt x="1839" y="0"/>
                    <a:pt x="1" y="1839"/>
                    <a:pt x="1" y="4077"/>
                  </a:cubicBezTo>
                  <a:cubicBezTo>
                    <a:pt x="1" y="6342"/>
                    <a:pt x="1839" y="8181"/>
                    <a:pt x="4104" y="8181"/>
                  </a:cubicBezTo>
                  <a:cubicBezTo>
                    <a:pt x="6342" y="8181"/>
                    <a:pt x="8181" y="6342"/>
                    <a:pt x="8181" y="4077"/>
                  </a:cubicBezTo>
                  <a:cubicBezTo>
                    <a:pt x="8181" y="1839"/>
                    <a:pt x="6342" y="0"/>
                    <a:pt x="4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0"/>
            <p:cNvSpPr/>
            <p:nvPr/>
          </p:nvSpPr>
          <p:spPr>
            <a:xfrm>
              <a:off x="6401950" y="3459400"/>
              <a:ext cx="281150" cy="552250"/>
            </a:xfrm>
            <a:custGeom>
              <a:avLst/>
              <a:gdLst/>
              <a:ahLst/>
              <a:cxnLst/>
              <a:rect l="l" t="t" r="r" b="b"/>
              <a:pathLst>
                <a:path w="11246" h="22090" extrusionOk="0">
                  <a:moveTo>
                    <a:pt x="4858" y="1"/>
                  </a:moveTo>
                  <a:cubicBezTo>
                    <a:pt x="4608" y="1"/>
                    <a:pt x="4385" y="85"/>
                    <a:pt x="4211" y="264"/>
                  </a:cubicBezTo>
                  <a:cubicBezTo>
                    <a:pt x="1813" y="2742"/>
                    <a:pt x="1" y="7592"/>
                    <a:pt x="827" y="11962"/>
                  </a:cubicBezTo>
                  <a:cubicBezTo>
                    <a:pt x="1644" y="16283"/>
                    <a:pt x="9548" y="22090"/>
                    <a:pt x="10445" y="22090"/>
                  </a:cubicBezTo>
                  <a:cubicBezTo>
                    <a:pt x="10455" y="22090"/>
                    <a:pt x="10464" y="22089"/>
                    <a:pt x="10473" y="22087"/>
                  </a:cubicBezTo>
                  <a:cubicBezTo>
                    <a:pt x="11246" y="21927"/>
                    <a:pt x="8288" y="5487"/>
                    <a:pt x="7702" y="3142"/>
                  </a:cubicBezTo>
                  <a:cubicBezTo>
                    <a:pt x="7214" y="1276"/>
                    <a:pt x="5832" y="1"/>
                    <a:pt x="4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EF7326E-5DC6-34D9-BCD9-E374CBAC643A}"/>
              </a:ext>
            </a:extLst>
          </p:cNvPr>
          <p:cNvSpPr txBox="1"/>
          <p:nvPr/>
        </p:nvSpPr>
        <p:spPr>
          <a:xfrm>
            <a:off x="1807679" y="2049946"/>
            <a:ext cx="524054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</a:rPr>
              <a:t> Overall, trophic position showed only a weak relationship with DOC.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</a:rPr>
              <a:t> But pelagic diet proportion decreased as DOC increased.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</a:rPr>
              <a:t> High DOC seem to shift </a:t>
            </a:r>
            <a:r>
              <a:rPr lang="en-US" sz="1800" b="1">
                <a:solidFill>
                  <a:schemeClr val="tx1"/>
                </a:solidFill>
              </a:rPr>
              <a:t>where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fish get their food from more than they shift </a:t>
            </a:r>
            <a:r>
              <a:rPr lang="en-US" sz="1800" b="1">
                <a:solidFill>
                  <a:schemeClr val="tx1"/>
                </a:solidFill>
              </a:rPr>
              <a:t>overall food-chain level.</a:t>
            </a:r>
            <a:endParaRPr lang="en-US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1"/>
                </a:solidFill>
              </a:rPr>
              <a:t> Species differences are also a big reason the full-dataset patterns are not simple.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1800" dirty="0">
              <a:solidFill>
                <a:schemeClr val="tx1"/>
              </a:solidFill>
            </a:endParaRPr>
          </a:p>
          <a:p>
            <a:pPr algn="ctr"/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uatic Biomes Conservation by Slidesgo">
  <a:themeElements>
    <a:clrScheme name="Simple Light">
      <a:dk1>
        <a:srgbClr val="017FF0"/>
      </a:dk1>
      <a:lt1>
        <a:srgbClr val="F5FBFE"/>
      </a:lt1>
      <a:dk2>
        <a:srgbClr val="002A40"/>
      </a:dk2>
      <a:lt2>
        <a:srgbClr val="025E73"/>
      </a:lt2>
      <a:accent1>
        <a:srgbClr val="94D7F2"/>
      </a:accent1>
      <a:accent2>
        <a:srgbClr val="7880E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7FF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Aquatic Biomes Conservation by Slidesgo</vt:lpstr>
      <vt:lpstr>Lake browning (DOC) and fish feeding ecology</vt:lpstr>
      <vt:lpstr>Background</vt:lpstr>
      <vt:lpstr>Data Source</vt:lpstr>
      <vt:lpstr>Research Questions</vt:lpstr>
      <vt:lpstr>Workflow</vt:lpstr>
      <vt:lpstr>Results</vt:lpstr>
      <vt:lpstr>Does DOC relate to trophic position? </vt:lpstr>
      <vt:lpstr>Does DOC relate to pelagic diet proportion? </vt:lpstr>
      <vt:lpstr>Do DOC patterns vary by species? </vt:lpstr>
      <vt:lpstr>Do DOC patterns vary by species? </vt:lpstr>
      <vt:lpstr>Mapping</vt:lpstr>
      <vt:lpstr>Shiny App Demo</vt:lpstr>
      <vt:lpstr>Limitations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202</cp:revision>
  <dcterms:modified xsi:type="dcterms:W3CDTF">2026-03-12T17:46:24Z</dcterms:modified>
</cp:coreProperties>
</file>